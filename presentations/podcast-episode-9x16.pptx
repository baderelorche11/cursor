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6858000" cy="12191695"/>
  <p:notesSz cx="12191695"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أهلًا وسهلًا بكم في حلقة جديدة من بودكاست أكاديمية إشراقة وعي الدولية للكوتشينغ. عنوان حلقتنا اليوم قد يبدو صادمًا، لكنه يصف واقعًا تعيشه بعض العلاقات الزوجية بصمت: متزوجون قريبون جسديًا... بعيدون عاطفيًا وروحيًا.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يسعدني أن أرحب بمقدمة البرنامج، الكوتش سميرة المتوكل، مديرة الموارد البشرية بالأكاديمية. كما يسعدني أن أرحب بضيفة حلقتنا، الكوتش يسرى.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قد يعيشان في بيت واحد. ينامان في الغرفة نفسها. يتقاسمان تفاصيل الحياة اليومية. يربيان أبناءهما. ويتحدثان عن المصاريف والعمل والمسؤوليات... لكن رغم كل هذا القرب، قد يشعر أحدهما أو كلاهما بأنه يعيش وحيدًا داخل العلاقة.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فمتى تتحول العلاقة الزوجية من شراكة حقيقية إلى مجرد تعايش؟ هل القرب الجسدي يعني بالضرورة وجود القرب العاطفي؟ وهل يمكن أن يستمر الزواج سنوات طويلة بينما تزداد المسافة بين الزوجين من الداخل؟ وهل يمكن إعادة بناء الجسر العاطفي والروحي بينهما؟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هناك أزواج يعيشون تحت سقف واحد، لكن كل واحد منهم يعيش في عالم مختلف. هناك تواصل، ولكن ليس هناك حوار حقيقي. هناك قرب جسدي، ولكن هناك جفاف عاطفي. وهناك حياة مشتركة، ولكن ربما غياب للشعور بالرفقة والاحتواء.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سعيدة جدًا بهذا اللقاء، لأن العلاقات الزوجية ليست مجرد استمرار للحياة اليومية. العلاقة تحتاج إلى حضور. تحتاج إلى تواصل. تحتاج إلى اهتمام. وتحتاج إلى أن يشعر كل طرف بأنه يرى الآخر ويسمعه ويفهمه.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نعني أن هناك فرقًا بين أن يكون الزوجان قريبين مكانيًا وجسديًا، وبين أن يكون بينهما اتصال إنساني حقيقي. المشكلة ليست دائمًا في غياب الكلام، وإنما أحيانًا في غياب التواصل الحقيقي.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من العلامات أن يصبح الحوار بين الزوجين وظيفيًا فقط. يتحدثان عن المسؤوليات، لكنهما لا يتحدثان عن مشاعرهما. ومن العلامات أيضًا أن يتوقف أحدهما عن مشاركة تفاصيل يومه مع الآخر، أو أن يشعر أحدهما بأنه لا يستطيع الحديث عن مخاوفه أو أحلامه.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هل يمكن أن يستمر القرب الجسدي بينما تكون العلاقة العاطفية شبه غائبة؟ نعم، وهذا يحدث. لكن القرب الجسدي وحده لا يحل بالضرورة المشكلات العاطفية.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البعد الروحي يمكن أن يعني المعنى المشترك الذي يمنحه الزوجان لعلاقتهما. القيم التي تجمعهما. نظرة كل منهما إلى الحياة. الأهداف التي يريدان تحقيقها. الشعور بأنهما لا يعيشان فقط تحت سقف واحد، وإنما يسيران في اتجاه مشترك.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هل يمكن أن يكون الزوجان ناجحين أمام الناس، لكنهما يعيشان داخليًا مسافة كبيرة؟ بالتأكيد. المظهر الخارجي للعلاقة لا يخبرنا دائمًا بما يحدث داخلها.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هناك أسباب كثيرة: تراكم الخلافات دون حل، الإهمال العاطفي، الانشغال الدائم، العمل، الضغوط الاقتصادية، تربية الأطفال، التدخلات العائلية، ضعف مهارات التواصل، وأحيانًا جرح قديم لم تتم معالجته.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ليس بالضرورة. هناك صمت مريح بين شخصين يشعران بالأمان. وهناك صمت عقابي. وهناك صمت ناتج عن الخوف. وهناك صمت لأن الشخص فقد الأمل في أن يتم فهمه. (الوصف المختصر تحت كل نوع للتوضيح البصري.)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عدم الشجار ليس دائمًا دليلًا على صحة العلاقة. قد يكون الحوار ناضجًا، وهذا جيد. لكن قد يكون أيضًا هناك انسحاب عاطفي. أحيانًا يتوقف الإنسان عن الشجار لأنه لم يعد يتوقع شيئًا. وهنا يجب الانتباه.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في هذه الحالات يمكن أن يكون طلب المساعدة من مختص أو كوتش مؤهل خطوة واعية.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أن يتوقفا عن البحث عن المذنب، ويبدآ بالبحث عن المشكلة. عندما أقول: أنت لا تسمعني أبدًا، قد يدخل الآخر مباشرة في الدفاع. لكن عندما أقول: أحتاج أن تسمعني دون أن تعطيني حلًا، أنا أشرح احتياجي.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أقترح عشرين دقيقة فقط. يجلس الزوجان بعيدًا عن الهاتف والتلفاز. كل واحد منهما يجيب عن ثلاثة أسئلة. والأهم: لا مقاطعة، لا دفاع، لا تبرير، فقط استماع. لأن أحيانًا الإنسان لا يحتاج إلى إجابة، وإنما يحتاج إلى أن يشعر بأن الطرف الآخر سمعه.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لا تنتظروا حتى تصبح المسافة كبيرة جدًا. العلاقة لا تحتاج دائمًا إلى حدث ضخم حتى تبدأ في التعافي.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شكرًا لك الكوتش يسرى على هذا الحوار العميق. وأعتقد أن رسالتنا اليوم ليست فقط للمتزوجين، بل لكل شخص يريد أن يفهم معنى القرب الحقيقي.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المتدخل الأول: الحوار الواعي. المتدخل الثاني: الإهمال العاطفي. المتدخل الثالث: أثر الضغوط اليومية. المتدخل الرابع: البعد الروحي والقيمي. المتدخل الخامس: تمرين عملي للزوجين.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شكرًا لضيفتنا الكوتش يسرى على حضورها ومشاركتها. وشكرًا للكوتش سميرة المتوكل على هذا الحوار. وشكرًا لكل الكوتشز والأطر الذين شاركونا بمداخلاتهم. وشكرًا لكم أنتم، متابعينا، على حضوركم وتفاعلكم. كان معكم الأستاذ حسن، المدير العام لأكاديمية إشراقة وعي الدولية للكوتشينغ. [الموسيقى الختامية]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slideLayout" Target="../slideLayouts/slideLayout1.xml"/><Relationship Id="rId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slideLayout" Target="../slideLayouts/slideLayout1.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image" Target="../media/image-16-10.png"/><Relationship Id="rId11" Type="http://schemas.openxmlformats.org/officeDocument/2006/relationships/slideLayout" Target="../slideLayouts/slideLayout1.xml"/><Relationship Id="rId1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731520"/>
            <a:ext cx="5852160" cy="365760"/>
          </a:xfrm>
          <a:prstGeom prst="rect">
            <a:avLst/>
          </a:prstGeom>
          <a:noFill/>
          <a:ln/>
        </p:spPr>
        <p:txBody>
          <a:bodyPr wrap="square" lIns="0" tIns="0" rIns="0" bIns="0" rtlCol="0" anchor="t"/>
          <a:lstStyle/>
          <a:p>
            <a:pPr rtl="1" algn="ctr" indent="0" marL="0">
              <a:buNone/>
            </a:pPr>
            <a:r>
              <a:rPr lang="ar-SA" altLang="en-US" sz="1600" b="1" dirty="0">
                <a:solidFill>
                  <a:srgbClr val="F4A95F"/>
                </a:solidFill>
                <a:latin typeface="Arial" pitchFamily="34" charset="0"/>
                <a:ea typeface="Arial" pitchFamily="34" charset="-122"/>
                <a:cs typeface="Arial" pitchFamily="34" charset="-120"/>
              </a:rPr>
              <a:t>بودكاست</a:t>
            </a:r>
            <a:endParaRPr lang="ar-SA" sz="1600" dirty="0"/>
          </a:p>
        </p:txBody>
      </p:sp>
      <p:sp>
        <p:nvSpPr>
          <p:cNvPr id="3" name="Text 1"/>
          <p:cNvSpPr txBox="1"/>
          <p:nvPr/>
        </p:nvSpPr>
        <p:spPr>
          <a:xfrm>
            <a:off x="502920" y="1097280"/>
            <a:ext cx="5852160" cy="457200"/>
          </a:xfrm>
          <a:prstGeom prst="rect">
            <a:avLst/>
          </a:prstGeom>
          <a:noFill/>
          <a:ln/>
        </p:spPr>
        <p:txBody>
          <a:bodyPr wrap="square" lIns="0" tIns="0" rIns="0" bIns="0" rtlCol="0" anchor="t"/>
          <a:lstStyle/>
          <a:p>
            <a:pPr rtl="1" algn="ctr" indent="0" marL="0">
              <a:buNone/>
            </a:pPr>
            <a:r>
              <a:rPr lang="ar-SA" altLang="en-US" sz="1800" dirty="0">
                <a:solidFill>
                  <a:srgbClr val="FBF3F6"/>
                </a:solidFill>
                <a:latin typeface="Arial" pitchFamily="34" charset="0"/>
                <a:ea typeface="Arial" pitchFamily="34" charset="-122"/>
                <a:cs typeface="Arial" pitchFamily="34" charset="-120"/>
              </a:rPr>
              <a:t>أكاديمية إشراقة وعي الدولية للكوتشينغ</a:t>
            </a:r>
            <a:endParaRPr lang="ar-SA" sz="1800" dirty="0"/>
          </a:p>
        </p:txBody>
      </p:sp>
      <p:sp>
        <p:nvSpPr>
          <p:cNvPr id="4" name="Shape 2"/>
          <p:cNvSpPr/>
          <p:nvPr/>
        </p:nvSpPr>
        <p:spPr>
          <a:xfrm>
            <a:off x="1068934" y="2331720"/>
            <a:ext cx="2651760" cy="2651760"/>
          </a:xfrm>
          <a:prstGeom prst="ellipse">
            <a:avLst/>
          </a:prstGeom>
          <a:solidFill>
            <a:srgbClr val="E77E96">
              <a:alpha val="18000"/>
            </a:srgbClr>
          </a:solidFill>
          <a:ln w="38100">
            <a:solidFill>
              <a:srgbClr val="E77E96"/>
            </a:solidFill>
            <a:prstDash val="solid"/>
          </a:ln>
        </p:spPr>
      </p:sp>
      <p:sp>
        <p:nvSpPr>
          <p:cNvPr id="5" name="Shape 3"/>
          <p:cNvSpPr/>
          <p:nvPr/>
        </p:nvSpPr>
        <p:spPr>
          <a:xfrm>
            <a:off x="3137306" y="2331720"/>
            <a:ext cx="2651760" cy="2651760"/>
          </a:xfrm>
          <a:prstGeom prst="ellipse">
            <a:avLst/>
          </a:prstGeom>
          <a:solidFill>
            <a:srgbClr val="F4A95F">
              <a:alpha val="18000"/>
            </a:srgbClr>
          </a:solidFill>
          <a:ln w="38100">
            <a:solidFill>
              <a:srgbClr val="F4A95F"/>
            </a:solidFill>
            <a:prstDash val="solid"/>
          </a:ln>
        </p:spPr>
      </p:sp>
      <p:pic>
        <p:nvPicPr>
          <p:cNvPr id="6" name="Image 0" descr="preencoded.png">    </p:cNvPr>
          <p:cNvPicPr>
            <a:picLocks noChangeAspect="1"/>
          </p:cNvPicPr>
          <p:nvPr/>
        </p:nvPicPr>
        <p:blipFill>
          <a:blip r:embed="rId2"/>
          <a:stretch>
            <a:fillRect/>
          </a:stretch>
        </p:blipFill>
        <p:spPr>
          <a:xfrm>
            <a:off x="1983334" y="3246120"/>
            <a:ext cx="822960" cy="822960"/>
          </a:xfrm>
          <a:prstGeom prst="rect">
            <a:avLst/>
          </a:prstGeom>
        </p:spPr>
      </p:pic>
      <p:pic>
        <p:nvPicPr>
          <p:cNvPr id="7" name="Image 1" descr="preencoded.png">    </p:cNvPr>
          <p:cNvPicPr>
            <a:picLocks noChangeAspect="1"/>
          </p:cNvPicPr>
          <p:nvPr/>
        </p:nvPicPr>
        <p:blipFill>
          <a:blip r:embed="rId3"/>
          <a:stretch>
            <a:fillRect/>
          </a:stretch>
        </p:blipFill>
        <p:spPr>
          <a:xfrm>
            <a:off x="4051706" y="3246120"/>
            <a:ext cx="822960" cy="822960"/>
          </a:xfrm>
          <a:prstGeom prst="rect">
            <a:avLst/>
          </a:prstGeom>
        </p:spPr>
      </p:pic>
      <p:sp>
        <p:nvSpPr>
          <p:cNvPr id="8" name="Text 4"/>
          <p:cNvSpPr txBox="1"/>
          <p:nvPr/>
        </p:nvSpPr>
        <p:spPr>
          <a:xfrm>
            <a:off x="502920" y="5577840"/>
            <a:ext cx="5852160" cy="1005840"/>
          </a:xfrm>
          <a:prstGeom prst="rect">
            <a:avLst/>
          </a:prstGeom>
          <a:noFill/>
          <a:ln/>
        </p:spPr>
        <p:txBody>
          <a:bodyPr wrap="square" lIns="0" tIns="0" rIns="0" bIns="0" rtlCol="0" anchor="ctr"/>
          <a:lstStyle/>
          <a:p>
            <a:pPr rtl="1" algn="ctr" indent="0" marL="0">
              <a:buNone/>
            </a:pPr>
            <a:r>
              <a:rPr lang="ar-SA" altLang="en-US" sz="5400" b="1" dirty="0">
                <a:solidFill>
                  <a:srgbClr val="FBF3F6"/>
                </a:solidFill>
                <a:latin typeface="Arial" pitchFamily="34" charset="0"/>
                <a:ea typeface="Arial" pitchFamily="34" charset="-122"/>
                <a:cs typeface="Arial" pitchFamily="34" charset="-120"/>
              </a:rPr>
              <a:t>متزوجون</a:t>
            </a:r>
            <a:endParaRPr lang="ar-SA" sz="5400" dirty="0"/>
          </a:p>
        </p:txBody>
      </p:sp>
      <p:sp>
        <p:nvSpPr>
          <p:cNvPr id="9" name="Text 5"/>
          <p:cNvSpPr txBox="1"/>
          <p:nvPr/>
        </p:nvSpPr>
        <p:spPr>
          <a:xfrm>
            <a:off x="502920" y="6583680"/>
            <a:ext cx="5852160" cy="868680"/>
          </a:xfrm>
          <a:prstGeom prst="rect">
            <a:avLst/>
          </a:prstGeom>
          <a:noFill/>
          <a:ln/>
        </p:spPr>
        <p:txBody>
          <a:bodyPr wrap="square" lIns="0" tIns="0" rIns="0" bIns="0" rtlCol="0" anchor="ctr"/>
          <a:lstStyle/>
          <a:p>
            <a:pPr rtl="1" algn="ctr" indent="0" marL="0">
              <a:buNone/>
            </a:pPr>
            <a:r>
              <a:rPr lang="ar-SA" altLang="en-US" sz="4000" b="1" dirty="0">
                <a:solidFill>
                  <a:srgbClr val="F4A95F"/>
                </a:solidFill>
                <a:latin typeface="Arial" pitchFamily="34" charset="0"/>
                <a:ea typeface="Arial" pitchFamily="34" charset="-122"/>
                <a:cs typeface="Arial" pitchFamily="34" charset="-120"/>
              </a:rPr>
              <a:t>قريبون جسديًا...</a:t>
            </a:r>
            <a:endParaRPr lang="ar-SA" sz="4000" dirty="0"/>
          </a:p>
        </p:txBody>
      </p:sp>
      <p:sp>
        <p:nvSpPr>
          <p:cNvPr id="10" name="Text 6"/>
          <p:cNvSpPr txBox="1"/>
          <p:nvPr/>
        </p:nvSpPr>
        <p:spPr>
          <a:xfrm>
            <a:off x="502920" y="7452360"/>
            <a:ext cx="5852160" cy="868680"/>
          </a:xfrm>
          <a:prstGeom prst="rect">
            <a:avLst/>
          </a:prstGeom>
          <a:noFill/>
          <a:ln/>
        </p:spPr>
        <p:txBody>
          <a:bodyPr wrap="square" lIns="0" tIns="0" rIns="0" bIns="0" rtlCol="0" anchor="ctr"/>
          <a:lstStyle/>
          <a:p>
            <a:pPr rtl="1" algn="ctr" indent="0" marL="0">
              <a:buNone/>
            </a:pPr>
            <a:r>
              <a:rPr lang="ar-SA" altLang="en-US" sz="4000" b="1" dirty="0">
                <a:solidFill>
                  <a:srgbClr val="E77E96"/>
                </a:solidFill>
                <a:latin typeface="Arial" pitchFamily="34" charset="0"/>
                <a:ea typeface="Arial" pitchFamily="34" charset="-122"/>
                <a:cs typeface="Arial" pitchFamily="34" charset="-120"/>
              </a:rPr>
              <a:t>بعيدون عاطفيًا وروحيًا</a:t>
            </a:r>
            <a:endParaRPr lang="ar-SA" sz="4000" dirty="0"/>
          </a:p>
        </p:txBody>
      </p:sp>
      <p:sp>
        <p:nvSpPr>
          <p:cNvPr id="11" name="Text 7"/>
          <p:cNvSpPr txBox="1"/>
          <p:nvPr/>
        </p:nvSpPr>
        <p:spPr>
          <a:xfrm>
            <a:off x="502920" y="8732520"/>
            <a:ext cx="5852160" cy="457200"/>
          </a:xfrm>
          <a:prstGeom prst="rect">
            <a:avLst/>
          </a:prstGeom>
          <a:noFill/>
          <a:ln/>
        </p:spPr>
        <p:txBody>
          <a:bodyPr wrap="square" lIns="0" tIns="0" rIns="0" bIns="0" rtlCol="0" anchor="t"/>
          <a:lstStyle/>
          <a:p>
            <a:pPr rtl="1" algn="ctr" indent="0" marL="0">
              <a:buNone/>
            </a:pPr>
            <a:r>
              <a:rPr lang="ar-SA" altLang="en-US" sz="1600" dirty="0">
                <a:solidFill>
                  <a:srgbClr val="C4B3D2"/>
                </a:solidFill>
                <a:latin typeface="Arial" pitchFamily="34" charset="0"/>
                <a:ea typeface="Arial" pitchFamily="34" charset="-122"/>
                <a:cs typeface="Arial" pitchFamily="34" charset="-120"/>
              </a:rPr>
              <a:t>مع الكوتش سميرة المتوكل  •  ضيفة الحلقة: الكوتش يسرى</a:t>
            </a:r>
            <a:endParaRPr lang="ar-SA" sz="1600" dirty="0"/>
          </a:p>
        </p:txBody>
      </p:sp>
      <p:sp>
        <p:nvSpPr>
          <p:cNvPr id="12" name="Shape 8"/>
          <p:cNvSpPr/>
          <p:nvPr/>
        </p:nvSpPr>
        <p:spPr>
          <a:xfrm>
            <a:off x="640080" y="9829800"/>
            <a:ext cx="2697480" cy="457200"/>
          </a:xfrm>
          <a:prstGeom prst="roundRect">
            <a:avLst>
              <a:gd name="adj" fmla="val 50000"/>
            </a:avLst>
          </a:prstGeom>
          <a:solidFill>
            <a:srgbClr val="2B1F45"/>
          </a:solidFill>
          <a:ln w="12700">
            <a:solidFill>
              <a:srgbClr val="2B1F45"/>
            </a:solidFill>
            <a:prstDash val="solid"/>
          </a:ln>
        </p:spPr>
      </p:sp>
      <p:sp>
        <p:nvSpPr>
          <p:cNvPr id="13" name="Text 9"/>
          <p:cNvSpPr txBox="1"/>
          <p:nvPr/>
        </p:nvSpPr>
        <p:spPr>
          <a:xfrm>
            <a:off x="640080" y="9829800"/>
            <a:ext cx="2697480" cy="457200"/>
          </a:xfrm>
          <a:prstGeom prst="rect">
            <a:avLst/>
          </a:prstGeom>
          <a:noFill/>
          <a:ln/>
        </p:spPr>
        <p:txBody>
          <a:bodyPr wrap="square" lIns="0" tIns="0" rIns="0" bIns="0" rtlCol="0" anchor="ctr"/>
          <a:lstStyle/>
          <a:p>
            <a:pPr rtl="1" algn="ctr" indent="0" marL="0">
              <a:buNone/>
            </a:pPr>
            <a:r>
              <a:rPr lang="ar-SA" altLang="en-US" sz="1300" dirty="0">
                <a:solidFill>
                  <a:srgbClr val="F4A95F"/>
                </a:solidFill>
                <a:latin typeface="Arial" pitchFamily="34" charset="0"/>
                <a:ea typeface="Arial" pitchFamily="34" charset="-122"/>
                <a:cs typeface="Arial" pitchFamily="34" charset="-120"/>
              </a:rPr>
              <a:t>#العلاقات_الزوجية</a:t>
            </a:r>
            <a:endParaRPr lang="ar-SA" sz="1300" dirty="0"/>
          </a:p>
        </p:txBody>
      </p:sp>
      <p:sp>
        <p:nvSpPr>
          <p:cNvPr id="14" name="Shape 10"/>
          <p:cNvSpPr/>
          <p:nvPr/>
        </p:nvSpPr>
        <p:spPr>
          <a:xfrm>
            <a:off x="3520440" y="9829800"/>
            <a:ext cx="2697480" cy="457200"/>
          </a:xfrm>
          <a:prstGeom prst="roundRect">
            <a:avLst>
              <a:gd name="adj" fmla="val 50000"/>
            </a:avLst>
          </a:prstGeom>
          <a:solidFill>
            <a:srgbClr val="2B1F45"/>
          </a:solidFill>
          <a:ln w="12700">
            <a:solidFill>
              <a:srgbClr val="2B1F45"/>
            </a:solidFill>
            <a:prstDash val="solid"/>
          </a:ln>
        </p:spPr>
      </p:sp>
      <p:sp>
        <p:nvSpPr>
          <p:cNvPr id="15" name="Text 11"/>
          <p:cNvSpPr txBox="1"/>
          <p:nvPr/>
        </p:nvSpPr>
        <p:spPr>
          <a:xfrm>
            <a:off x="3520440" y="9829800"/>
            <a:ext cx="2697480" cy="457200"/>
          </a:xfrm>
          <a:prstGeom prst="rect">
            <a:avLst/>
          </a:prstGeom>
          <a:noFill/>
          <a:ln/>
        </p:spPr>
        <p:txBody>
          <a:bodyPr wrap="square" lIns="0" tIns="0" rIns="0" bIns="0" rtlCol="0" anchor="ctr"/>
          <a:lstStyle/>
          <a:p>
            <a:pPr rtl="1" algn="ctr" indent="0" marL="0">
              <a:buNone/>
            </a:pPr>
            <a:r>
              <a:rPr lang="ar-SA" altLang="en-US" sz="1300" dirty="0">
                <a:solidFill>
                  <a:srgbClr val="F4A95F"/>
                </a:solidFill>
                <a:latin typeface="Arial" pitchFamily="34" charset="0"/>
                <a:ea typeface="Arial" pitchFamily="34" charset="-122"/>
                <a:cs typeface="Arial" pitchFamily="34" charset="-120"/>
              </a:rPr>
              <a:t>#أكاديمية_إشراقة_وعي</a:t>
            </a:r>
            <a:endParaRPr lang="ar-SA" sz="1300" dirty="0"/>
          </a:p>
        </p:txBody>
      </p:sp>
      <p:sp>
        <p:nvSpPr>
          <p:cNvPr id="16" name="Shape 12"/>
          <p:cNvSpPr/>
          <p:nvPr/>
        </p:nvSpPr>
        <p:spPr>
          <a:xfrm>
            <a:off x="640080" y="10433304"/>
            <a:ext cx="2697480" cy="457200"/>
          </a:xfrm>
          <a:prstGeom prst="roundRect">
            <a:avLst>
              <a:gd name="adj" fmla="val 50000"/>
            </a:avLst>
          </a:prstGeom>
          <a:solidFill>
            <a:srgbClr val="2B1F45"/>
          </a:solidFill>
          <a:ln w="12700">
            <a:solidFill>
              <a:srgbClr val="2B1F45"/>
            </a:solidFill>
            <a:prstDash val="solid"/>
          </a:ln>
        </p:spPr>
      </p:sp>
      <p:sp>
        <p:nvSpPr>
          <p:cNvPr id="17" name="Text 13"/>
          <p:cNvSpPr txBox="1"/>
          <p:nvPr/>
        </p:nvSpPr>
        <p:spPr>
          <a:xfrm>
            <a:off x="640080" y="10433304"/>
            <a:ext cx="2697480" cy="457200"/>
          </a:xfrm>
          <a:prstGeom prst="rect">
            <a:avLst/>
          </a:prstGeom>
          <a:noFill/>
          <a:ln/>
        </p:spPr>
        <p:txBody>
          <a:bodyPr wrap="square" lIns="0" tIns="0" rIns="0" bIns="0" rtlCol="0" anchor="ctr"/>
          <a:lstStyle/>
          <a:p>
            <a:pPr rtl="1" algn="ctr" indent="0" marL="0">
              <a:buNone/>
            </a:pPr>
            <a:r>
              <a:rPr lang="ar-SA" altLang="en-US" sz="1300" dirty="0">
                <a:solidFill>
                  <a:srgbClr val="F4A95F"/>
                </a:solidFill>
                <a:latin typeface="Arial" pitchFamily="34" charset="0"/>
                <a:ea typeface="Arial" pitchFamily="34" charset="-122"/>
                <a:cs typeface="Arial" pitchFamily="34" charset="-120"/>
              </a:rPr>
              <a:t>#الكوتشينغ</a:t>
            </a:r>
            <a:endParaRPr lang="ar-SA" sz="1300" dirty="0"/>
          </a:p>
        </p:txBody>
      </p:sp>
      <p:sp>
        <p:nvSpPr>
          <p:cNvPr id="18" name="Shape 14"/>
          <p:cNvSpPr/>
          <p:nvPr/>
        </p:nvSpPr>
        <p:spPr>
          <a:xfrm>
            <a:off x="3520440" y="10433304"/>
            <a:ext cx="2697480" cy="457200"/>
          </a:xfrm>
          <a:prstGeom prst="roundRect">
            <a:avLst>
              <a:gd name="adj" fmla="val 50000"/>
            </a:avLst>
          </a:prstGeom>
          <a:solidFill>
            <a:srgbClr val="2B1F45"/>
          </a:solidFill>
          <a:ln w="12700">
            <a:solidFill>
              <a:srgbClr val="2B1F45"/>
            </a:solidFill>
            <a:prstDash val="solid"/>
          </a:ln>
        </p:spPr>
      </p:sp>
      <p:sp>
        <p:nvSpPr>
          <p:cNvPr id="19" name="Text 15"/>
          <p:cNvSpPr txBox="1"/>
          <p:nvPr/>
        </p:nvSpPr>
        <p:spPr>
          <a:xfrm>
            <a:off x="3520440" y="10433304"/>
            <a:ext cx="2697480" cy="457200"/>
          </a:xfrm>
          <a:prstGeom prst="rect">
            <a:avLst/>
          </a:prstGeom>
          <a:noFill/>
          <a:ln/>
        </p:spPr>
        <p:txBody>
          <a:bodyPr wrap="square" lIns="0" tIns="0" rIns="0" bIns="0" rtlCol="0" anchor="ctr"/>
          <a:lstStyle/>
          <a:p>
            <a:pPr rtl="1" algn="ctr" indent="0" marL="0">
              <a:buNone/>
            </a:pPr>
            <a:r>
              <a:rPr lang="ar-SA" altLang="en-US" sz="1300" dirty="0">
                <a:solidFill>
                  <a:srgbClr val="F4A95F"/>
                </a:solidFill>
                <a:latin typeface="Arial" pitchFamily="34" charset="0"/>
                <a:ea typeface="Arial" pitchFamily="34" charset="-122"/>
                <a:cs typeface="Arial" pitchFamily="34" charset="-120"/>
              </a:rPr>
              <a:t>#الوعي_العاطفي</a:t>
            </a:r>
            <a:endParaRPr lang="ar-SA" sz="1300" dirty="0"/>
          </a:p>
        </p:txBody>
      </p:sp>
      <p:sp>
        <p:nvSpPr>
          <p:cNvPr id="20" name="Shape 16"/>
          <p:cNvSpPr/>
          <p:nvPr/>
        </p:nvSpPr>
        <p:spPr>
          <a:xfrm>
            <a:off x="2080260" y="11036808"/>
            <a:ext cx="2697480" cy="457200"/>
          </a:xfrm>
          <a:prstGeom prst="roundRect">
            <a:avLst>
              <a:gd name="adj" fmla="val 50000"/>
            </a:avLst>
          </a:prstGeom>
          <a:solidFill>
            <a:srgbClr val="2B1F45"/>
          </a:solidFill>
          <a:ln w="12700">
            <a:solidFill>
              <a:srgbClr val="2B1F45"/>
            </a:solidFill>
            <a:prstDash val="solid"/>
          </a:ln>
        </p:spPr>
      </p:sp>
      <p:sp>
        <p:nvSpPr>
          <p:cNvPr id="21" name="Text 17"/>
          <p:cNvSpPr txBox="1"/>
          <p:nvPr/>
        </p:nvSpPr>
        <p:spPr>
          <a:xfrm>
            <a:off x="2080260" y="11036808"/>
            <a:ext cx="2697480" cy="457200"/>
          </a:xfrm>
          <a:prstGeom prst="rect">
            <a:avLst/>
          </a:prstGeom>
          <a:noFill/>
          <a:ln/>
        </p:spPr>
        <p:txBody>
          <a:bodyPr wrap="square" lIns="0" tIns="0" rIns="0" bIns="0" rtlCol="0" anchor="ctr"/>
          <a:lstStyle/>
          <a:p>
            <a:pPr rtl="1" algn="ctr" indent="0" marL="0">
              <a:buNone/>
            </a:pPr>
            <a:r>
              <a:rPr lang="ar-SA" altLang="en-US" sz="1300" dirty="0">
                <a:solidFill>
                  <a:srgbClr val="F4A95F"/>
                </a:solidFill>
                <a:latin typeface="Arial" pitchFamily="34" charset="0"/>
                <a:ea typeface="Arial" pitchFamily="34" charset="-122"/>
                <a:cs typeface="Arial" pitchFamily="34" charset="-120"/>
              </a:rPr>
              <a:t>#العلاقات_الواعية</a:t>
            </a:r>
            <a:endParaRPr lang="ar-SA"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02920" y="566928"/>
            <a:ext cx="329184" cy="329184"/>
          </a:xfrm>
          <a:prstGeom prst="ellipse">
            <a:avLst/>
          </a:prstGeom>
          <a:ln w="19050">
            <a:solidFill>
              <a:srgbClr val="E77E96"/>
            </a:solidFill>
            <a:prstDash val="solid"/>
          </a:ln>
        </p:spPr>
      </p:sp>
      <p:sp>
        <p:nvSpPr>
          <p:cNvPr id="3" name="Shape 1"/>
          <p:cNvSpPr/>
          <p:nvPr/>
        </p:nvSpPr>
        <p:spPr>
          <a:xfrm>
            <a:off x="733349" y="566928"/>
            <a:ext cx="329184" cy="329184"/>
          </a:xfrm>
          <a:prstGeom prst="ellipse">
            <a:avLst/>
          </a:prstGeom>
          <a:ln w="19050">
            <a:solidFill>
              <a:srgbClr val="F4A95F"/>
            </a:solidFill>
            <a:prstDash val="solid"/>
          </a:ln>
        </p:spPr>
      </p:sp>
      <p:sp>
        <p:nvSpPr>
          <p:cNvPr id="4" name="Text 2"/>
          <p:cNvSpPr txBox="1"/>
          <p:nvPr/>
        </p:nvSpPr>
        <p:spPr>
          <a:xfrm>
            <a:off x="1161288" y="566928"/>
            <a:ext cx="1280160" cy="329184"/>
          </a:xfrm>
          <a:prstGeom prst="rect">
            <a:avLst/>
          </a:prstGeom>
          <a:noFill/>
          <a:ln/>
        </p:spPr>
        <p:txBody>
          <a:bodyPr wrap="square" lIns="0" tIns="0" rIns="0" bIns="0" rtlCol="0" anchor="ctr"/>
          <a:lstStyle/>
          <a:p>
            <a:pPr algn="l" indent="0" marL="0">
              <a:buNone/>
            </a:pPr>
            <a:r>
              <a:rPr lang="en-US" altLang="en-US" sz="1100" dirty="0">
                <a:solidFill>
                  <a:srgbClr val="C4B3D2"/>
                </a:solidFill>
                <a:latin typeface="Arial" pitchFamily="34" charset="0"/>
                <a:ea typeface="Arial" pitchFamily="34" charset="-122"/>
                <a:cs typeface="Arial" pitchFamily="34" charset="-120"/>
              </a:rPr>
              <a:t>02 / 21</a:t>
            </a:r>
            <a:endParaRPr lang="en-US" sz="1100" dirty="0"/>
          </a:p>
        </p:txBody>
      </p:sp>
      <p:sp>
        <p:nvSpPr>
          <p:cNvPr id="5" name="Text 3"/>
          <p:cNvSpPr txBox="1"/>
          <p:nvPr/>
        </p:nvSpPr>
        <p:spPr>
          <a:xfrm>
            <a:off x="2514600" y="566928"/>
            <a:ext cx="3840480" cy="329184"/>
          </a:xfrm>
          <a:prstGeom prst="rect">
            <a:avLst/>
          </a:prstGeom>
          <a:noFill/>
          <a:ln/>
        </p:spPr>
        <p:txBody>
          <a:bodyPr wrap="square" lIns="0" tIns="0" rIns="0" bIns="0" rtlCol="0" anchor="ctr"/>
          <a:lstStyle/>
          <a:p>
            <a:pPr rtl="1" algn="r" indent="0" marL="0">
              <a:buNone/>
            </a:pPr>
            <a:r>
              <a:rPr lang="ar-SA" altLang="en-US" sz="1400" b="1" dirty="0">
                <a:solidFill>
                  <a:srgbClr val="F4A95F"/>
                </a:solidFill>
                <a:latin typeface="Arial" pitchFamily="34" charset="0"/>
                <a:ea typeface="Arial" pitchFamily="34" charset="-122"/>
                <a:cs typeface="Arial" pitchFamily="34" charset="-120"/>
              </a:rPr>
              <a:t>فريق الحلقة</a:t>
            </a:r>
            <a:endParaRPr lang="ar-SA" sz="1400" dirty="0"/>
          </a:p>
        </p:txBody>
      </p:sp>
      <p:sp>
        <p:nvSpPr>
          <p:cNvPr id="6" name="Text 4"/>
          <p:cNvSpPr txBox="1"/>
          <p:nvPr/>
        </p:nvSpPr>
        <p:spPr>
          <a:xfrm>
            <a:off x="502920" y="1143000"/>
            <a:ext cx="5852160" cy="1234440"/>
          </a:xfrm>
          <a:prstGeom prst="rect">
            <a:avLst/>
          </a:prstGeom>
          <a:noFill/>
          <a:ln/>
        </p:spPr>
        <p:txBody>
          <a:bodyPr wrap="square" lIns="0" tIns="0" rIns="0" bIns="0" rtlCol="0" anchor="t"/>
          <a:lstStyle/>
          <a:p>
            <a:pPr rtl="1" algn="r" indent="0" marL="0">
              <a:lnSpc>
                <a:spcPct val="105000"/>
              </a:lnSpc>
              <a:buNone/>
            </a:pPr>
            <a:r>
              <a:rPr lang="ar-SA" altLang="en-US" sz="3200" b="1" dirty="0">
                <a:solidFill>
                  <a:srgbClr val="FBF3F6"/>
                </a:solidFill>
                <a:latin typeface="Arial" pitchFamily="34" charset="0"/>
                <a:ea typeface="Arial" pitchFamily="34" charset="-122"/>
                <a:cs typeface="Arial" pitchFamily="34" charset="-120"/>
              </a:rPr>
              <a:t>أصوات هذا الحوار</a:t>
            </a:r>
            <a:endParaRPr lang="ar-SA" sz="3200" dirty="0"/>
          </a:p>
        </p:txBody>
      </p:sp>
      <p:sp>
        <p:nvSpPr>
          <p:cNvPr id="7" name="Shape 5"/>
          <p:cNvSpPr/>
          <p:nvPr/>
        </p:nvSpPr>
        <p:spPr>
          <a:xfrm>
            <a:off x="502920" y="2697480"/>
            <a:ext cx="5852160" cy="1691640"/>
          </a:xfrm>
          <a:prstGeom prst="roundRect">
            <a:avLst>
              <a:gd name="adj" fmla="val 9730"/>
            </a:avLst>
          </a:prstGeom>
          <a:solidFill>
            <a:srgbClr val="2B1F45"/>
          </a:solidFill>
          <a:ln w="12700">
            <a:solidFill>
              <a:srgbClr val="2B1F45"/>
            </a:solidFill>
            <a:prstDash val="solid"/>
          </a:ln>
        </p:spPr>
      </p:sp>
      <p:sp>
        <p:nvSpPr>
          <p:cNvPr id="8" name="Shape 6"/>
          <p:cNvSpPr/>
          <p:nvPr/>
        </p:nvSpPr>
        <p:spPr>
          <a:xfrm>
            <a:off x="5184648" y="3086100"/>
            <a:ext cx="914400" cy="914400"/>
          </a:xfrm>
          <a:prstGeom prst="ellipse">
            <a:avLst/>
          </a:prstGeom>
          <a:solidFill>
            <a:srgbClr val="F4A95F"/>
          </a:solidFill>
          <a:ln w="12700">
            <a:solidFill>
              <a:srgbClr val="F4A95F"/>
            </a:solidFill>
            <a:prstDash val="solid"/>
          </a:ln>
        </p:spPr>
      </p:sp>
      <p:pic>
        <p:nvPicPr>
          <p:cNvPr id="9" name="Image 0" descr="preencoded.png">    </p:cNvPr>
          <p:cNvPicPr>
            <a:picLocks noChangeAspect="1"/>
          </p:cNvPicPr>
          <p:nvPr/>
        </p:nvPicPr>
        <p:blipFill>
          <a:blip r:embed="rId2"/>
          <a:stretch>
            <a:fillRect/>
          </a:stretch>
        </p:blipFill>
        <p:spPr>
          <a:xfrm>
            <a:off x="5422392" y="3323844"/>
            <a:ext cx="438912" cy="438912"/>
          </a:xfrm>
          <a:prstGeom prst="rect">
            <a:avLst/>
          </a:prstGeom>
        </p:spPr>
      </p:pic>
      <p:sp>
        <p:nvSpPr>
          <p:cNvPr id="10" name="Text 7"/>
          <p:cNvSpPr txBox="1"/>
          <p:nvPr/>
        </p:nvSpPr>
        <p:spPr>
          <a:xfrm>
            <a:off x="777240" y="2880360"/>
            <a:ext cx="4178808" cy="411480"/>
          </a:xfrm>
          <a:prstGeom prst="rect">
            <a:avLst/>
          </a:prstGeom>
          <a:noFill/>
          <a:ln/>
        </p:spPr>
        <p:txBody>
          <a:bodyPr wrap="square" lIns="0" tIns="0" rIns="0" bIns="0" rtlCol="0" anchor="ctr"/>
          <a:lstStyle/>
          <a:p>
            <a:pPr rtl="1" algn="r" indent="0" marL="0">
              <a:buNone/>
            </a:pPr>
            <a:r>
              <a:rPr lang="ar-SA" altLang="en-US" sz="2200" b="1" dirty="0">
                <a:solidFill>
                  <a:srgbClr val="FBF3F6"/>
                </a:solidFill>
                <a:latin typeface="Arial" pitchFamily="34" charset="0"/>
                <a:ea typeface="Arial" pitchFamily="34" charset="-122"/>
                <a:cs typeface="Arial" pitchFamily="34" charset="-120"/>
              </a:rPr>
              <a:t>الأستاذ حسن</a:t>
            </a:r>
            <a:endParaRPr lang="ar-SA" sz="2200" dirty="0"/>
          </a:p>
        </p:txBody>
      </p:sp>
      <p:sp>
        <p:nvSpPr>
          <p:cNvPr id="11" name="Text 8"/>
          <p:cNvSpPr txBox="1"/>
          <p:nvPr/>
        </p:nvSpPr>
        <p:spPr>
          <a:xfrm>
            <a:off x="777240" y="3291840"/>
            <a:ext cx="4178808" cy="960120"/>
          </a:xfrm>
          <a:prstGeom prst="rect">
            <a:avLst/>
          </a:prstGeom>
          <a:noFill/>
          <a:ln/>
        </p:spPr>
        <p:txBody>
          <a:bodyPr wrap="square" lIns="0" tIns="0" rIns="0" bIns="0" rtlCol="0" anchor="t"/>
          <a:lstStyle/>
          <a:p>
            <a:pPr rtl="1" algn="r" indent="0" marL="0">
              <a:lnSpc>
                <a:spcPct val="105000"/>
              </a:lnSpc>
              <a:buNone/>
            </a:pPr>
            <a:r>
              <a:rPr lang="ar-SA" altLang="en-US" sz="1600" dirty="0">
                <a:solidFill>
                  <a:srgbClr val="C4B3D2"/>
                </a:solidFill>
                <a:latin typeface="Arial" pitchFamily="34" charset="0"/>
                <a:ea typeface="Arial" pitchFamily="34" charset="-122"/>
                <a:cs typeface="Arial" pitchFamily="34" charset="-120"/>
              </a:rPr>
              <a:t>المدير العام لأكاديمية إشراقة وعي الدولية للكوتشينغ — التقديم والختام</a:t>
            </a:r>
            <a:endParaRPr lang="ar-SA" sz="1600" dirty="0"/>
          </a:p>
        </p:txBody>
      </p:sp>
      <p:sp>
        <p:nvSpPr>
          <p:cNvPr id="12" name="Shape 9"/>
          <p:cNvSpPr/>
          <p:nvPr/>
        </p:nvSpPr>
        <p:spPr>
          <a:xfrm>
            <a:off x="502920" y="4709160"/>
            <a:ext cx="5852160" cy="1691640"/>
          </a:xfrm>
          <a:prstGeom prst="roundRect">
            <a:avLst>
              <a:gd name="adj" fmla="val 9730"/>
            </a:avLst>
          </a:prstGeom>
          <a:solidFill>
            <a:srgbClr val="2B1F45"/>
          </a:solidFill>
          <a:ln w="12700">
            <a:solidFill>
              <a:srgbClr val="2B1F45"/>
            </a:solidFill>
            <a:prstDash val="solid"/>
          </a:ln>
        </p:spPr>
      </p:sp>
      <p:sp>
        <p:nvSpPr>
          <p:cNvPr id="13" name="Shape 10"/>
          <p:cNvSpPr/>
          <p:nvPr/>
        </p:nvSpPr>
        <p:spPr>
          <a:xfrm>
            <a:off x="5184648" y="5097780"/>
            <a:ext cx="914400" cy="914400"/>
          </a:xfrm>
          <a:prstGeom prst="ellipse">
            <a:avLst/>
          </a:prstGeom>
          <a:solidFill>
            <a:srgbClr val="F4A95F"/>
          </a:solidFill>
          <a:ln w="12700">
            <a:solidFill>
              <a:srgbClr val="F4A95F"/>
            </a:solidFill>
            <a:prstDash val="solid"/>
          </a:ln>
        </p:spPr>
      </p:sp>
      <p:pic>
        <p:nvPicPr>
          <p:cNvPr id="14" name="Image 1" descr="preencoded.png">    </p:cNvPr>
          <p:cNvPicPr>
            <a:picLocks noChangeAspect="1"/>
          </p:cNvPicPr>
          <p:nvPr/>
        </p:nvPicPr>
        <p:blipFill>
          <a:blip r:embed="rId3"/>
          <a:stretch>
            <a:fillRect/>
          </a:stretch>
        </p:blipFill>
        <p:spPr>
          <a:xfrm>
            <a:off x="5422392" y="5335524"/>
            <a:ext cx="438912" cy="438912"/>
          </a:xfrm>
          <a:prstGeom prst="rect">
            <a:avLst/>
          </a:prstGeom>
        </p:spPr>
      </p:pic>
      <p:sp>
        <p:nvSpPr>
          <p:cNvPr id="15" name="Text 11"/>
          <p:cNvSpPr txBox="1"/>
          <p:nvPr/>
        </p:nvSpPr>
        <p:spPr>
          <a:xfrm>
            <a:off x="777240" y="4892040"/>
            <a:ext cx="4178808" cy="411480"/>
          </a:xfrm>
          <a:prstGeom prst="rect">
            <a:avLst/>
          </a:prstGeom>
          <a:noFill/>
          <a:ln/>
        </p:spPr>
        <p:txBody>
          <a:bodyPr wrap="square" lIns="0" tIns="0" rIns="0" bIns="0" rtlCol="0" anchor="ctr"/>
          <a:lstStyle/>
          <a:p>
            <a:pPr rtl="1" algn="r" indent="0" marL="0">
              <a:buNone/>
            </a:pPr>
            <a:r>
              <a:rPr lang="ar-SA" altLang="en-US" sz="2200" b="1" dirty="0">
                <a:solidFill>
                  <a:srgbClr val="FBF3F6"/>
                </a:solidFill>
                <a:latin typeface="Arial" pitchFamily="34" charset="0"/>
                <a:ea typeface="Arial" pitchFamily="34" charset="-122"/>
                <a:cs typeface="Arial" pitchFamily="34" charset="-120"/>
              </a:rPr>
              <a:t>الكوتش سميرة المتوكل</a:t>
            </a:r>
            <a:endParaRPr lang="ar-SA" sz="2200" dirty="0"/>
          </a:p>
        </p:txBody>
      </p:sp>
      <p:sp>
        <p:nvSpPr>
          <p:cNvPr id="16" name="Text 12"/>
          <p:cNvSpPr txBox="1"/>
          <p:nvPr/>
        </p:nvSpPr>
        <p:spPr>
          <a:xfrm>
            <a:off x="777240" y="5303520"/>
            <a:ext cx="4178808" cy="960120"/>
          </a:xfrm>
          <a:prstGeom prst="rect">
            <a:avLst/>
          </a:prstGeom>
          <a:noFill/>
          <a:ln/>
        </p:spPr>
        <p:txBody>
          <a:bodyPr wrap="square" lIns="0" tIns="0" rIns="0" bIns="0" rtlCol="0" anchor="t"/>
          <a:lstStyle/>
          <a:p>
            <a:pPr rtl="1" algn="r" indent="0" marL="0">
              <a:lnSpc>
                <a:spcPct val="105000"/>
              </a:lnSpc>
              <a:buNone/>
            </a:pPr>
            <a:r>
              <a:rPr lang="ar-SA" altLang="en-US" sz="1600" dirty="0">
                <a:solidFill>
                  <a:srgbClr val="C4B3D2"/>
                </a:solidFill>
                <a:latin typeface="Arial" pitchFamily="34" charset="0"/>
                <a:ea typeface="Arial" pitchFamily="34" charset="-122"/>
                <a:cs typeface="Arial" pitchFamily="34" charset="-120"/>
              </a:rPr>
              <a:t>مقدمة البرنامج، مديرة الموارد البشرية بالأكاديمية</a:t>
            </a:r>
            <a:endParaRPr lang="ar-SA" sz="1600" dirty="0"/>
          </a:p>
        </p:txBody>
      </p:sp>
      <p:sp>
        <p:nvSpPr>
          <p:cNvPr id="17" name="Shape 13"/>
          <p:cNvSpPr/>
          <p:nvPr/>
        </p:nvSpPr>
        <p:spPr>
          <a:xfrm>
            <a:off x="502920" y="6720840"/>
            <a:ext cx="5852160" cy="1691640"/>
          </a:xfrm>
          <a:prstGeom prst="roundRect">
            <a:avLst>
              <a:gd name="adj" fmla="val 9730"/>
            </a:avLst>
          </a:prstGeom>
          <a:solidFill>
            <a:srgbClr val="2B1F45"/>
          </a:solidFill>
          <a:ln w="12700">
            <a:solidFill>
              <a:srgbClr val="2B1F45"/>
            </a:solidFill>
            <a:prstDash val="solid"/>
          </a:ln>
        </p:spPr>
      </p:sp>
      <p:sp>
        <p:nvSpPr>
          <p:cNvPr id="18" name="Shape 14"/>
          <p:cNvSpPr/>
          <p:nvPr/>
        </p:nvSpPr>
        <p:spPr>
          <a:xfrm>
            <a:off x="5184648" y="7109460"/>
            <a:ext cx="914400" cy="914400"/>
          </a:xfrm>
          <a:prstGeom prst="ellipse">
            <a:avLst/>
          </a:prstGeom>
          <a:solidFill>
            <a:srgbClr val="F4A95F"/>
          </a:solidFill>
          <a:ln w="12700">
            <a:solidFill>
              <a:srgbClr val="F4A95F"/>
            </a:solidFill>
            <a:prstDash val="solid"/>
          </a:ln>
        </p:spPr>
      </p:sp>
      <p:pic>
        <p:nvPicPr>
          <p:cNvPr id="19" name="Image 2" descr="preencoded.png">    </p:cNvPr>
          <p:cNvPicPr>
            <a:picLocks noChangeAspect="1"/>
          </p:cNvPicPr>
          <p:nvPr/>
        </p:nvPicPr>
        <p:blipFill>
          <a:blip r:embed="rId4"/>
          <a:stretch>
            <a:fillRect/>
          </a:stretch>
        </p:blipFill>
        <p:spPr>
          <a:xfrm>
            <a:off x="5422392" y="7347204"/>
            <a:ext cx="438912" cy="438912"/>
          </a:xfrm>
          <a:prstGeom prst="rect">
            <a:avLst/>
          </a:prstGeom>
        </p:spPr>
      </p:pic>
      <p:sp>
        <p:nvSpPr>
          <p:cNvPr id="20" name="Text 15"/>
          <p:cNvSpPr txBox="1"/>
          <p:nvPr/>
        </p:nvSpPr>
        <p:spPr>
          <a:xfrm>
            <a:off x="777240" y="6903720"/>
            <a:ext cx="4178808" cy="411480"/>
          </a:xfrm>
          <a:prstGeom prst="rect">
            <a:avLst/>
          </a:prstGeom>
          <a:noFill/>
          <a:ln/>
        </p:spPr>
        <p:txBody>
          <a:bodyPr wrap="square" lIns="0" tIns="0" rIns="0" bIns="0" rtlCol="0" anchor="ctr"/>
          <a:lstStyle/>
          <a:p>
            <a:pPr rtl="1" algn="r" indent="0" marL="0">
              <a:buNone/>
            </a:pPr>
            <a:r>
              <a:rPr lang="ar-SA" altLang="en-US" sz="2200" b="1" dirty="0">
                <a:solidFill>
                  <a:srgbClr val="FBF3F6"/>
                </a:solidFill>
                <a:latin typeface="Arial" pitchFamily="34" charset="0"/>
                <a:ea typeface="Arial" pitchFamily="34" charset="-122"/>
                <a:cs typeface="Arial" pitchFamily="34" charset="-120"/>
              </a:rPr>
              <a:t>الكوتش يسرى</a:t>
            </a:r>
            <a:endParaRPr lang="ar-SA" sz="2200" dirty="0"/>
          </a:p>
        </p:txBody>
      </p:sp>
      <p:sp>
        <p:nvSpPr>
          <p:cNvPr id="21" name="Text 16"/>
          <p:cNvSpPr txBox="1"/>
          <p:nvPr/>
        </p:nvSpPr>
        <p:spPr>
          <a:xfrm>
            <a:off x="777240" y="7315200"/>
            <a:ext cx="4178808" cy="960120"/>
          </a:xfrm>
          <a:prstGeom prst="rect">
            <a:avLst/>
          </a:prstGeom>
          <a:noFill/>
          <a:ln/>
        </p:spPr>
        <p:txBody>
          <a:bodyPr wrap="square" lIns="0" tIns="0" rIns="0" bIns="0" rtlCol="0" anchor="t"/>
          <a:lstStyle/>
          <a:p>
            <a:pPr rtl="1" algn="r" indent="0" marL="0">
              <a:lnSpc>
                <a:spcPct val="105000"/>
              </a:lnSpc>
              <a:buNone/>
            </a:pPr>
            <a:r>
              <a:rPr lang="ar-SA" altLang="en-US" sz="1600" dirty="0">
                <a:solidFill>
                  <a:srgbClr val="C4B3D2"/>
                </a:solidFill>
                <a:latin typeface="Arial" pitchFamily="34" charset="0"/>
                <a:ea typeface="Arial" pitchFamily="34" charset="-122"/>
                <a:cs typeface="Arial" pitchFamily="34" charset="-120"/>
              </a:rPr>
              <a:t>ضيفة الحلقة</a:t>
            </a:r>
            <a:endParaRPr lang="ar-SA" sz="1600" dirty="0"/>
          </a:p>
        </p:txBody>
      </p:sp>
      <p:sp>
        <p:nvSpPr>
          <p:cNvPr id="22" name="Shape 17"/>
          <p:cNvSpPr/>
          <p:nvPr/>
        </p:nvSpPr>
        <p:spPr>
          <a:xfrm>
            <a:off x="502920" y="8961120"/>
            <a:ext cx="5852160" cy="2011680"/>
          </a:xfrm>
          <a:prstGeom prst="roundRect">
            <a:avLst>
              <a:gd name="adj" fmla="val 8182"/>
            </a:avLst>
          </a:prstGeom>
          <a:solidFill>
            <a:srgbClr val="362757"/>
          </a:solidFill>
          <a:ln w="12700">
            <a:solidFill>
              <a:srgbClr val="362757"/>
            </a:solidFill>
            <a:prstDash val="solid"/>
          </a:ln>
        </p:spPr>
      </p:sp>
      <p:sp>
        <p:nvSpPr>
          <p:cNvPr id="23" name="Shape 18"/>
          <p:cNvSpPr/>
          <p:nvPr/>
        </p:nvSpPr>
        <p:spPr>
          <a:xfrm>
            <a:off x="5385816" y="9235440"/>
            <a:ext cx="713232" cy="713232"/>
          </a:xfrm>
          <a:prstGeom prst="ellipse">
            <a:avLst/>
          </a:prstGeom>
          <a:solidFill>
            <a:srgbClr val="E77E96"/>
          </a:solidFill>
          <a:ln w="12700">
            <a:solidFill>
              <a:srgbClr val="E77E96"/>
            </a:solidFill>
            <a:prstDash val="solid"/>
          </a:ln>
        </p:spPr>
      </p:sp>
      <p:pic>
        <p:nvPicPr>
          <p:cNvPr id="24" name="Image 3" descr="preencoded.png">    </p:cNvPr>
          <p:cNvPicPr>
            <a:picLocks noChangeAspect="1"/>
          </p:cNvPicPr>
          <p:nvPr/>
        </p:nvPicPr>
        <p:blipFill>
          <a:blip r:embed="rId5"/>
          <a:stretch>
            <a:fillRect/>
          </a:stretch>
        </p:blipFill>
        <p:spPr>
          <a:xfrm>
            <a:off x="5571256" y="9420880"/>
            <a:ext cx="342351" cy="342351"/>
          </a:xfrm>
          <a:prstGeom prst="rect">
            <a:avLst/>
          </a:prstGeom>
        </p:spPr>
      </p:pic>
      <p:sp>
        <p:nvSpPr>
          <p:cNvPr id="25" name="Text 19"/>
          <p:cNvSpPr txBox="1"/>
          <p:nvPr/>
        </p:nvSpPr>
        <p:spPr>
          <a:xfrm>
            <a:off x="777240" y="9235440"/>
            <a:ext cx="4389120" cy="411480"/>
          </a:xfrm>
          <a:prstGeom prst="rect">
            <a:avLst/>
          </a:prstGeom>
          <a:noFill/>
          <a:ln/>
        </p:spPr>
        <p:txBody>
          <a:bodyPr wrap="square" lIns="0" tIns="0" rIns="0" bIns="0" rtlCol="0" anchor="t"/>
          <a:lstStyle/>
          <a:p>
            <a:pPr rtl="1" algn="r" indent="0" marL="0">
              <a:buNone/>
            </a:pPr>
            <a:r>
              <a:rPr lang="ar-SA" altLang="en-US" sz="1900" b="1" dirty="0">
                <a:solidFill>
                  <a:srgbClr val="E77E96"/>
                </a:solidFill>
                <a:latin typeface="Arial" pitchFamily="34" charset="0"/>
                <a:ea typeface="Arial" pitchFamily="34" charset="-122"/>
                <a:cs typeface="Arial" pitchFamily="34" charset="-120"/>
              </a:rPr>
              <a:t>بمشاركة</a:t>
            </a:r>
            <a:endParaRPr lang="ar-SA" sz="1900" dirty="0"/>
          </a:p>
        </p:txBody>
      </p:sp>
      <p:sp>
        <p:nvSpPr>
          <p:cNvPr id="26" name="Text 20"/>
          <p:cNvSpPr txBox="1"/>
          <p:nvPr/>
        </p:nvSpPr>
        <p:spPr>
          <a:xfrm>
            <a:off x="777240" y="9692640"/>
            <a:ext cx="4389120" cy="1005840"/>
          </a:xfrm>
          <a:prstGeom prst="rect">
            <a:avLst/>
          </a:prstGeom>
          <a:noFill/>
          <a:ln/>
        </p:spPr>
        <p:txBody>
          <a:bodyPr wrap="square" lIns="0" tIns="0" rIns="0" bIns="0" rtlCol="0" anchor="t"/>
          <a:lstStyle/>
          <a:p>
            <a:pPr rtl="1" algn="r" indent="0" marL="0">
              <a:buNone/>
            </a:pPr>
            <a:r>
              <a:rPr lang="ar-SA" altLang="en-US" sz="1600" dirty="0">
                <a:solidFill>
                  <a:srgbClr val="C4B3D2"/>
                </a:solidFill>
                <a:latin typeface="Arial" pitchFamily="34" charset="0"/>
                <a:ea typeface="Arial" pitchFamily="34" charset="-122"/>
                <a:cs typeface="Arial" pitchFamily="34" charset="-120"/>
              </a:rPr>
              <a:t>الكوتشز وأطر الأكاديمية بمداخلات قصيرة من زوايا مختلفة</a:t>
            </a:r>
            <a:endParaRPr lang="ar-SA"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02920" y="566928"/>
            <a:ext cx="329184" cy="329184"/>
          </a:xfrm>
          <a:prstGeom prst="ellipse">
            <a:avLst/>
          </a:prstGeom>
          <a:ln w="19050">
            <a:solidFill>
              <a:srgbClr val="E77E96"/>
            </a:solidFill>
            <a:prstDash val="solid"/>
          </a:ln>
        </p:spPr>
      </p:sp>
      <p:sp>
        <p:nvSpPr>
          <p:cNvPr id="3" name="Shape 1"/>
          <p:cNvSpPr/>
          <p:nvPr/>
        </p:nvSpPr>
        <p:spPr>
          <a:xfrm>
            <a:off x="733349" y="566928"/>
            <a:ext cx="329184" cy="329184"/>
          </a:xfrm>
          <a:prstGeom prst="ellipse">
            <a:avLst/>
          </a:prstGeom>
          <a:ln w="19050">
            <a:solidFill>
              <a:srgbClr val="F4A95F"/>
            </a:solidFill>
            <a:prstDash val="solid"/>
          </a:ln>
        </p:spPr>
      </p:sp>
      <p:sp>
        <p:nvSpPr>
          <p:cNvPr id="4" name="Text 2"/>
          <p:cNvSpPr txBox="1"/>
          <p:nvPr/>
        </p:nvSpPr>
        <p:spPr>
          <a:xfrm>
            <a:off x="1161288" y="566928"/>
            <a:ext cx="1280160" cy="329184"/>
          </a:xfrm>
          <a:prstGeom prst="rect">
            <a:avLst/>
          </a:prstGeom>
          <a:noFill/>
          <a:ln/>
        </p:spPr>
        <p:txBody>
          <a:bodyPr wrap="square" lIns="0" tIns="0" rIns="0" bIns="0" rtlCol="0" anchor="ctr"/>
          <a:lstStyle/>
          <a:p>
            <a:pPr algn="l" indent="0" marL="0">
              <a:buNone/>
            </a:pPr>
            <a:r>
              <a:rPr lang="en-US" altLang="en-US" sz="1100" dirty="0">
                <a:solidFill>
                  <a:srgbClr val="C4B3D2"/>
                </a:solidFill>
                <a:latin typeface="Arial" pitchFamily="34" charset="0"/>
                <a:ea typeface="Arial" pitchFamily="34" charset="-122"/>
                <a:cs typeface="Arial" pitchFamily="34" charset="-120"/>
              </a:rPr>
              <a:t>03 / 21</a:t>
            </a:r>
            <a:endParaRPr lang="en-US" sz="1100" dirty="0"/>
          </a:p>
        </p:txBody>
      </p:sp>
      <p:sp>
        <p:nvSpPr>
          <p:cNvPr id="5" name="Text 3"/>
          <p:cNvSpPr txBox="1"/>
          <p:nvPr/>
        </p:nvSpPr>
        <p:spPr>
          <a:xfrm>
            <a:off x="2514600" y="566928"/>
            <a:ext cx="3840480" cy="329184"/>
          </a:xfrm>
          <a:prstGeom prst="rect">
            <a:avLst/>
          </a:prstGeom>
          <a:noFill/>
          <a:ln/>
        </p:spPr>
        <p:txBody>
          <a:bodyPr wrap="square" lIns="0" tIns="0" rIns="0" bIns="0" rtlCol="0" anchor="ctr"/>
          <a:lstStyle/>
          <a:p>
            <a:pPr rtl="1" algn="r" indent="0" marL="0">
              <a:buNone/>
            </a:pPr>
            <a:r>
              <a:rPr lang="ar-SA" altLang="en-US" sz="1400" b="1" dirty="0">
                <a:solidFill>
                  <a:srgbClr val="F4A95F"/>
                </a:solidFill>
                <a:latin typeface="Arial" pitchFamily="34" charset="0"/>
                <a:ea typeface="Arial" pitchFamily="34" charset="-122"/>
                <a:cs typeface="Arial" pitchFamily="34" charset="-120"/>
              </a:rPr>
              <a:t>واقع يُعاش بصمت</a:t>
            </a:r>
            <a:endParaRPr lang="ar-SA" sz="1400" dirty="0"/>
          </a:p>
        </p:txBody>
      </p:sp>
      <p:sp>
        <p:nvSpPr>
          <p:cNvPr id="6" name="Text 4"/>
          <p:cNvSpPr txBox="1"/>
          <p:nvPr/>
        </p:nvSpPr>
        <p:spPr>
          <a:xfrm>
            <a:off x="502920" y="1143000"/>
            <a:ext cx="5852160" cy="1234440"/>
          </a:xfrm>
          <a:prstGeom prst="rect">
            <a:avLst/>
          </a:prstGeom>
          <a:noFill/>
          <a:ln/>
        </p:spPr>
        <p:txBody>
          <a:bodyPr wrap="square" lIns="0" tIns="0" rIns="0" bIns="0" rtlCol="0" anchor="t"/>
          <a:lstStyle/>
          <a:p>
            <a:pPr rtl="1" algn="r" indent="0" marL="0">
              <a:lnSpc>
                <a:spcPct val="105000"/>
              </a:lnSpc>
              <a:buNone/>
            </a:pPr>
            <a:r>
              <a:rPr lang="ar-SA" altLang="en-US" sz="3200" b="1" dirty="0">
                <a:solidFill>
                  <a:srgbClr val="FBF3F6"/>
                </a:solidFill>
                <a:latin typeface="Arial" pitchFamily="34" charset="0"/>
                <a:ea typeface="Arial" pitchFamily="34" charset="-122"/>
                <a:cs typeface="Arial" pitchFamily="34" charset="-120"/>
              </a:rPr>
              <a:t>قد يعيشان كل شيء معًا...</a:t>
            </a:r>
            <a:endParaRPr lang="ar-SA" sz="3200" dirty="0"/>
          </a:p>
        </p:txBody>
      </p:sp>
      <p:sp>
        <p:nvSpPr>
          <p:cNvPr id="7" name="Shape 5"/>
          <p:cNvSpPr/>
          <p:nvPr/>
        </p:nvSpPr>
        <p:spPr>
          <a:xfrm>
            <a:off x="502920" y="2606040"/>
            <a:ext cx="5852160" cy="932688"/>
          </a:xfrm>
          <a:prstGeom prst="roundRect">
            <a:avLst>
              <a:gd name="adj" fmla="val 17647"/>
            </a:avLst>
          </a:prstGeom>
          <a:solidFill>
            <a:srgbClr val="2B1F45"/>
          </a:solidFill>
          <a:ln w="12700">
            <a:solidFill>
              <a:srgbClr val="2B1F45"/>
            </a:solidFill>
            <a:prstDash val="solid"/>
          </a:ln>
        </p:spPr>
      </p:sp>
      <p:sp>
        <p:nvSpPr>
          <p:cNvPr id="8" name="Shape 6"/>
          <p:cNvSpPr/>
          <p:nvPr/>
        </p:nvSpPr>
        <p:spPr>
          <a:xfrm>
            <a:off x="5495544" y="2770632"/>
            <a:ext cx="603504" cy="603504"/>
          </a:xfrm>
          <a:prstGeom prst="ellipse">
            <a:avLst/>
          </a:prstGeom>
          <a:solidFill>
            <a:srgbClr val="F4A95F"/>
          </a:solidFill>
          <a:ln w="12700">
            <a:solidFill>
              <a:srgbClr val="F4A95F"/>
            </a:solidFill>
            <a:prstDash val="solid"/>
          </a:ln>
        </p:spPr>
      </p:sp>
      <p:pic>
        <p:nvPicPr>
          <p:cNvPr id="9" name="Image 0" descr="preencoded.png">    </p:cNvPr>
          <p:cNvPicPr>
            <a:picLocks noChangeAspect="1"/>
          </p:cNvPicPr>
          <p:nvPr/>
        </p:nvPicPr>
        <p:blipFill>
          <a:blip r:embed="rId2"/>
          <a:stretch>
            <a:fillRect/>
          </a:stretch>
        </p:blipFill>
        <p:spPr>
          <a:xfrm>
            <a:off x="5652455" y="2927543"/>
            <a:ext cx="289682" cy="289682"/>
          </a:xfrm>
          <a:prstGeom prst="rect">
            <a:avLst/>
          </a:prstGeom>
        </p:spPr>
      </p:pic>
      <p:sp>
        <p:nvSpPr>
          <p:cNvPr id="10" name="Text 7"/>
          <p:cNvSpPr txBox="1"/>
          <p:nvPr/>
        </p:nvSpPr>
        <p:spPr>
          <a:xfrm>
            <a:off x="777240" y="2606040"/>
            <a:ext cx="4489704" cy="932688"/>
          </a:xfrm>
          <a:prstGeom prst="rect">
            <a:avLst/>
          </a:prstGeom>
          <a:noFill/>
          <a:ln/>
        </p:spPr>
        <p:txBody>
          <a:bodyPr wrap="square" lIns="0" tIns="0" rIns="0" bIns="0" rtlCol="0" anchor="ctr"/>
          <a:lstStyle/>
          <a:p>
            <a:pPr rtl="1" algn="r" indent="0" marL="0">
              <a:buNone/>
            </a:pPr>
            <a:r>
              <a:rPr lang="ar-SA" altLang="en-US" sz="1800" b="1" dirty="0">
                <a:solidFill>
                  <a:srgbClr val="FBF3F6"/>
                </a:solidFill>
                <a:latin typeface="Arial" pitchFamily="34" charset="0"/>
                <a:ea typeface="Arial" pitchFamily="34" charset="-122"/>
                <a:cs typeface="Arial" pitchFamily="34" charset="-120"/>
              </a:rPr>
              <a:t>في بيت واحد</a:t>
            </a:r>
            <a:endParaRPr lang="ar-SA" sz="1800" dirty="0"/>
          </a:p>
        </p:txBody>
      </p:sp>
      <p:sp>
        <p:nvSpPr>
          <p:cNvPr id="11" name="Shape 8"/>
          <p:cNvSpPr/>
          <p:nvPr/>
        </p:nvSpPr>
        <p:spPr>
          <a:xfrm>
            <a:off x="502920" y="3721608"/>
            <a:ext cx="5852160" cy="932688"/>
          </a:xfrm>
          <a:prstGeom prst="roundRect">
            <a:avLst>
              <a:gd name="adj" fmla="val 17647"/>
            </a:avLst>
          </a:prstGeom>
          <a:solidFill>
            <a:srgbClr val="2B1F45"/>
          </a:solidFill>
          <a:ln w="12700">
            <a:solidFill>
              <a:srgbClr val="2B1F45"/>
            </a:solidFill>
            <a:prstDash val="solid"/>
          </a:ln>
        </p:spPr>
      </p:sp>
      <p:sp>
        <p:nvSpPr>
          <p:cNvPr id="12" name="Shape 9"/>
          <p:cNvSpPr/>
          <p:nvPr/>
        </p:nvSpPr>
        <p:spPr>
          <a:xfrm>
            <a:off x="5495544" y="3886200"/>
            <a:ext cx="603504" cy="603504"/>
          </a:xfrm>
          <a:prstGeom prst="ellipse">
            <a:avLst/>
          </a:prstGeom>
          <a:solidFill>
            <a:srgbClr val="F4A95F"/>
          </a:solidFill>
          <a:ln w="12700">
            <a:solidFill>
              <a:srgbClr val="F4A95F"/>
            </a:solidFill>
            <a:prstDash val="solid"/>
          </a:ln>
        </p:spPr>
      </p:sp>
      <p:pic>
        <p:nvPicPr>
          <p:cNvPr id="13" name="Image 1" descr="preencoded.png">    </p:cNvPr>
          <p:cNvPicPr>
            <a:picLocks noChangeAspect="1"/>
          </p:cNvPicPr>
          <p:nvPr/>
        </p:nvPicPr>
        <p:blipFill>
          <a:blip r:embed="rId3"/>
          <a:stretch>
            <a:fillRect/>
          </a:stretch>
        </p:blipFill>
        <p:spPr>
          <a:xfrm>
            <a:off x="5652455" y="4043111"/>
            <a:ext cx="289682" cy="289682"/>
          </a:xfrm>
          <a:prstGeom prst="rect">
            <a:avLst/>
          </a:prstGeom>
        </p:spPr>
      </p:pic>
      <p:sp>
        <p:nvSpPr>
          <p:cNvPr id="14" name="Text 10"/>
          <p:cNvSpPr txBox="1"/>
          <p:nvPr/>
        </p:nvSpPr>
        <p:spPr>
          <a:xfrm>
            <a:off x="777240" y="3721608"/>
            <a:ext cx="4489704" cy="932688"/>
          </a:xfrm>
          <a:prstGeom prst="rect">
            <a:avLst/>
          </a:prstGeom>
          <a:noFill/>
          <a:ln/>
        </p:spPr>
        <p:txBody>
          <a:bodyPr wrap="square" lIns="0" tIns="0" rIns="0" bIns="0" rtlCol="0" anchor="ctr"/>
          <a:lstStyle/>
          <a:p>
            <a:pPr rtl="1" algn="r" indent="0" marL="0">
              <a:buNone/>
            </a:pPr>
            <a:r>
              <a:rPr lang="ar-SA" altLang="en-US" sz="1800" b="1" dirty="0">
                <a:solidFill>
                  <a:srgbClr val="FBF3F6"/>
                </a:solidFill>
                <a:latin typeface="Arial" pitchFamily="34" charset="0"/>
                <a:ea typeface="Arial" pitchFamily="34" charset="-122"/>
                <a:cs typeface="Arial" pitchFamily="34" charset="-120"/>
              </a:rPr>
              <a:t>في الغرفة نفسها</a:t>
            </a:r>
            <a:endParaRPr lang="ar-SA" sz="1800" dirty="0"/>
          </a:p>
        </p:txBody>
      </p:sp>
      <p:sp>
        <p:nvSpPr>
          <p:cNvPr id="15" name="Shape 11"/>
          <p:cNvSpPr/>
          <p:nvPr/>
        </p:nvSpPr>
        <p:spPr>
          <a:xfrm>
            <a:off x="502920" y="4837176"/>
            <a:ext cx="5852160" cy="932688"/>
          </a:xfrm>
          <a:prstGeom prst="roundRect">
            <a:avLst>
              <a:gd name="adj" fmla="val 17647"/>
            </a:avLst>
          </a:prstGeom>
          <a:solidFill>
            <a:srgbClr val="2B1F45"/>
          </a:solidFill>
          <a:ln w="12700">
            <a:solidFill>
              <a:srgbClr val="2B1F45"/>
            </a:solidFill>
            <a:prstDash val="solid"/>
          </a:ln>
        </p:spPr>
      </p:sp>
      <p:sp>
        <p:nvSpPr>
          <p:cNvPr id="16" name="Shape 12"/>
          <p:cNvSpPr/>
          <p:nvPr/>
        </p:nvSpPr>
        <p:spPr>
          <a:xfrm>
            <a:off x="5495544" y="5001768"/>
            <a:ext cx="603504" cy="603504"/>
          </a:xfrm>
          <a:prstGeom prst="ellipse">
            <a:avLst/>
          </a:prstGeom>
          <a:solidFill>
            <a:srgbClr val="F4A95F"/>
          </a:solidFill>
          <a:ln w="12700">
            <a:solidFill>
              <a:srgbClr val="F4A95F"/>
            </a:solidFill>
            <a:prstDash val="solid"/>
          </a:ln>
        </p:spPr>
      </p:sp>
      <p:pic>
        <p:nvPicPr>
          <p:cNvPr id="17" name="Image 2" descr="preencoded.png">    </p:cNvPr>
          <p:cNvPicPr>
            <a:picLocks noChangeAspect="1"/>
          </p:cNvPicPr>
          <p:nvPr/>
        </p:nvPicPr>
        <p:blipFill>
          <a:blip r:embed="rId4"/>
          <a:stretch>
            <a:fillRect/>
          </a:stretch>
        </p:blipFill>
        <p:spPr>
          <a:xfrm>
            <a:off x="5652455" y="5158679"/>
            <a:ext cx="289682" cy="289682"/>
          </a:xfrm>
          <a:prstGeom prst="rect">
            <a:avLst/>
          </a:prstGeom>
        </p:spPr>
      </p:pic>
      <p:sp>
        <p:nvSpPr>
          <p:cNvPr id="18" name="Text 13"/>
          <p:cNvSpPr txBox="1"/>
          <p:nvPr/>
        </p:nvSpPr>
        <p:spPr>
          <a:xfrm>
            <a:off x="777240" y="4837176"/>
            <a:ext cx="4489704" cy="932688"/>
          </a:xfrm>
          <a:prstGeom prst="rect">
            <a:avLst/>
          </a:prstGeom>
          <a:noFill/>
          <a:ln/>
        </p:spPr>
        <p:txBody>
          <a:bodyPr wrap="square" lIns="0" tIns="0" rIns="0" bIns="0" rtlCol="0" anchor="ctr"/>
          <a:lstStyle/>
          <a:p>
            <a:pPr rtl="1" algn="r" indent="0" marL="0">
              <a:buNone/>
            </a:pPr>
            <a:r>
              <a:rPr lang="ar-SA" altLang="en-US" sz="1800" b="1" dirty="0">
                <a:solidFill>
                  <a:srgbClr val="FBF3F6"/>
                </a:solidFill>
                <a:latin typeface="Arial" pitchFamily="34" charset="0"/>
                <a:ea typeface="Arial" pitchFamily="34" charset="-122"/>
                <a:cs typeface="Arial" pitchFamily="34" charset="-120"/>
              </a:rPr>
              <a:t>يتقاسمان تفاصيل الحياة اليومية</a:t>
            </a:r>
            <a:endParaRPr lang="ar-SA" sz="1800" dirty="0"/>
          </a:p>
        </p:txBody>
      </p:sp>
      <p:sp>
        <p:nvSpPr>
          <p:cNvPr id="19" name="Shape 14"/>
          <p:cNvSpPr/>
          <p:nvPr/>
        </p:nvSpPr>
        <p:spPr>
          <a:xfrm>
            <a:off x="502920" y="5952744"/>
            <a:ext cx="5852160" cy="932688"/>
          </a:xfrm>
          <a:prstGeom prst="roundRect">
            <a:avLst>
              <a:gd name="adj" fmla="val 17647"/>
            </a:avLst>
          </a:prstGeom>
          <a:solidFill>
            <a:srgbClr val="2B1F45"/>
          </a:solidFill>
          <a:ln w="12700">
            <a:solidFill>
              <a:srgbClr val="2B1F45"/>
            </a:solidFill>
            <a:prstDash val="solid"/>
          </a:ln>
        </p:spPr>
      </p:sp>
      <p:sp>
        <p:nvSpPr>
          <p:cNvPr id="20" name="Shape 15"/>
          <p:cNvSpPr/>
          <p:nvPr/>
        </p:nvSpPr>
        <p:spPr>
          <a:xfrm>
            <a:off x="5495544" y="6117336"/>
            <a:ext cx="603504" cy="603504"/>
          </a:xfrm>
          <a:prstGeom prst="ellipse">
            <a:avLst/>
          </a:prstGeom>
          <a:solidFill>
            <a:srgbClr val="F4A95F"/>
          </a:solidFill>
          <a:ln w="12700">
            <a:solidFill>
              <a:srgbClr val="F4A95F"/>
            </a:solidFill>
            <a:prstDash val="solid"/>
          </a:ln>
        </p:spPr>
      </p:sp>
      <p:pic>
        <p:nvPicPr>
          <p:cNvPr id="21" name="Image 3" descr="preencoded.png">    </p:cNvPr>
          <p:cNvPicPr>
            <a:picLocks noChangeAspect="1"/>
          </p:cNvPicPr>
          <p:nvPr/>
        </p:nvPicPr>
        <p:blipFill>
          <a:blip r:embed="rId5"/>
          <a:stretch>
            <a:fillRect/>
          </a:stretch>
        </p:blipFill>
        <p:spPr>
          <a:xfrm>
            <a:off x="5652455" y="6274247"/>
            <a:ext cx="289682" cy="289682"/>
          </a:xfrm>
          <a:prstGeom prst="rect">
            <a:avLst/>
          </a:prstGeom>
        </p:spPr>
      </p:pic>
      <p:sp>
        <p:nvSpPr>
          <p:cNvPr id="22" name="Text 16"/>
          <p:cNvSpPr txBox="1"/>
          <p:nvPr/>
        </p:nvSpPr>
        <p:spPr>
          <a:xfrm>
            <a:off x="777240" y="5952744"/>
            <a:ext cx="4489704" cy="932688"/>
          </a:xfrm>
          <a:prstGeom prst="rect">
            <a:avLst/>
          </a:prstGeom>
          <a:noFill/>
          <a:ln/>
        </p:spPr>
        <p:txBody>
          <a:bodyPr wrap="square" lIns="0" tIns="0" rIns="0" bIns="0" rtlCol="0" anchor="ctr"/>
          <a:lstStyle/>
          <a:p>
            <a:pPr rtl="1" algn="r" indent="0" marL="0">
              <a:buNone/>
            </a:pPr>
            <a:r>
              <a:rPr lang="ar-SA" altLang="en-US" sz="1800" b="1" dirty="0">
                <a:solidFill>
                  <a:srgbClr val="FBF3F6"/>
                </a:solidFill>
                <a:latin typeface="Arial" pitchFamily="34" charset="0"/>
                <a:ea typeface="Arial" pitchFamily="34" charset="-122"/>
                <a:cs typeface="Arial" pitchFamily="34" charset="-120"/>
              </a:rPr>
              <a:t>يربيان أبناءهما</a:t>
            </a:r>
            <a:endParaRPr lang="ar-SA" sz="1800" dirty="0"/>
          </a:p>
        </p:txBody>
      </p:sp>
      <p:sp>
        <p:nvSpPr>
          <p:cNvPr id="23" name="Shape 17"/>
          <p:cNvSpPr/>
          <p:nvPr/>
        </p:nvSpPr>
        <p:spPr>
          <a:xfrm>
            <a:off x="502920" y="7068312"/>
            <a:ext cx="5852160" cy="932688"/>
          </a:xfrm>
          <a:prstGeom prst="roundRect">
            <a:avLst>
              <a:gd name="adj" fmla="val 17647"/>
            </a:avLst>
          </a:prstGeom>
          <a:solidFill>
            <a:srgbClr val="2B1F45"/>
          </a:solidFill>
          <a:ln w="12700">
            <a:solidFill>
              <a:srgbClr val="2B1F45"/>
            </a:solidFill>
            <a:prstDash val="solid"/>
          </a:ln>
        </p:spPr>
      </p:sp>
      <p:sp>
        <p:nvSpPr>
          <p:cNvPr id="24" name="Shape 18"/>
          <p:cNvSpPr/>
          <p:nvPr/>
        </p:nvSpPr>
        <p:spPr>
          <a:xfrm>
            <a:off x="5495544" y="7232904"/>
            <a:ext cx="603504" cy="603504"/>
          </a:xfrm>
          <a:prstGeom prst="ellipse">
            <a:avLst/>
          </a:prstGeom>
          <a:solidFill>
            <a:srgbClr val="F4A95F"/>
          </a:solidFill>
          <a:ln w="12700">
            <a:solidFill>
              <a:srgbClr val="F4A95F"/>
            </a:solidFill>
            <a:prstDash val="solid"/>
          </a:ln>
        </p:spPr>
      </p:sp>
      <p:pic>
        <p:nvPicPr>
          <p:cNvPr id="25" name="Image 4" descr="preencoded.png">    </p:cNvPr>
          <p:cNvPicPr>
            <a:picLocks noChangeAspect="1"/>
          </p:cNvPicPr>
          <p:nvPr/>
        </p:nvPicPr>
        <p:blipFill>
          <a:blip r:embed="rId6"/>
          <a:stretch>
            <a:fillRect/>
          </a:stretch>
        </p:blipFill>
        <p:spPr>
          <a:xfrm>
            <a:off x="5652455" y="7389815"/>
            <a:ext cx="289682" cy="289682"/>
          </a:xfrm>
          <a:prstGeom prst="rect">
            <a:avLst/>
          </a:prstGeom>
        </p:spPr>
      </p:pic>
      <p:sp>
        <p:nvSpPr>
          <p:cNvPr id="26" name="Text 19"/>
          <p:cNvSpPr txBox="1"/>
          <p:nvPr/>
        </p:nvSpPr>
        <p:spPr>
          <a:xfrm>
            <a:off x="777240" y="7068312"/>
            <a:ext cx="4489704" cy="932688"/>
          </a:xfrm>
          <a:prstGeom prst="rect">
            <a:avLst/>
          </a:prstGeom>
          <a:noFill/>
          <a:ln/>
        </p:spPr>
        <p:txBody>
          <a:bodyPr wrap="square" lIns="0" tIns="0" rIns="0" bIns="0" rtlCol="0" anchor="ctr"/>
          <a:lstStyle/>
          <a:p>
            <a:pPr rtl="1" algn="r" indent="0" marL="0">
              <a:buNone/>
            </a:pPr>
            <a:r>
              <a:rPr lang="ar-SA" altLang="en-US" sz="1800" b="1" dirty="0">
                <a:solidFill>
                  <a:srgbClr val="FBF3F6"/>
                </a:solidFill>
                <a:latin typeface="Arial" pitchFamily="34" charset="0"/>
                <a:ea typeface="Arial" pitchFamily="34" charset="-122"/>
                <a:cs typeface="Arial" pitchFamily="34" charset="-120"/>
              </a:rPr>
              <a:t>يتحدثان عن المصاريف والعمل والمسؤوليات</a:t>
            </a:r>
            <a:endParaRPr lang="ar-SA" sz="1800" dirty="0"/>
          </a:p>
        </p:txBody>
      </p:sp>
      <p:sp>
        <p:nvSpPr>
          <p:cNvPr id="27" name="Shape 20"/>
          <p:cNvSpPr/>
          <p:nvPr/>
        </p:nvSpPr>
        <p:spPr>
          <a:xfrm>
            <a:off x="502920" y="8412480"/>
            <a:ext cx="5852160" cy="2651760"/>
          </a:xfrm>
          <a:prstGeom prst="roundRect">
            <a:avLst>
              <a:gd name="adj" fmla="val 6207"/>
            </a:avLst>
          </a:prstGeom>
          <a:solidFill>
            <a:srgbClr val="E77E96"/>
          </a:solidFill>
          <a:ln w="12700">
            <a:solidFill>
              <a:srgbClr val="E77E96"/>
            </a:solidFill>
            <a:prstDash val="solid"/>
          </a:ln>
        </p:spPr>
      </p:sp>
      <p:sp>
        <p:nvSpPr>
          <p:cNvPr id="28" name="Text 21"/>
          <p:cNvSpPr txBox="1"/>
          <p:nvPr/>
        </p:nvSpPr>
        <p:spPr>
          <a:xfrm>
            <a:off x="868680" y="8732520"/>
            <a:ext cx="5120640" cy="502920"/>
          </a:xfrm>
          <a:prstGeom prst="rect">
            <a:avLst/>
          </a:prstGeom>
          <a:noFill/>
          <a:ln/>
        </p:spPr>
        <p:txBody>
          <a:bodyPr wrap="square" lIns="0" tIns="0" rIns="0" bIns="0" rtlCol="0" anchor="t"/>
          <a:lstStyle/>
          <a:p>
            <a:pPr rtl="1" algn="r" indent="0" marL="0">
              <a:buNone/>
            </a:pPr>
            <a:r>
              <a:rPr lang="ar-SA" altLang="en-US" sz="2000" b="1" dirty="0">
                <a:solidFill>
                  <a:srgbClr val="1C1230"/>
                </a:solidFill>
                <a:latin typeface="Arial" pitchFamily="34" charset="0"/>
                <a:ea typeface="Arial" pitchFamily="34" charset="-122"/>
                <a:cs typeface="Arial" pitchFamily="34" charset="-120"/>
              </a:rPr>
              <a:t>لكن رغم كل هذا القرب</a:t>
            </a:r>
            <a:endParaRPr lang="ar-SA" sz="2000" dirty="0"/>
          </a:p>
        </p:txBody>
      </p:sp>
      <p:sp>
        <p:nvSpPr>
          <p:cNvPr id="29" name="Text 22"/>
          <p:cNvSpPr txBox="1"/>
          <p:nvPr/>
        </p:nvSpPr>
        <p:spPr>
          <a:xfrm>
            <a:off x="868680" y="9281160"/>
            <a:ext cx="5120640" cy="1554480"/>
          </a:xfrm>
          <a:prstGeom prst="rect">
            <a:avLst/>
          </a:prstGeom>
          <a:noFill/>
          <a:ln/>
        </p:spPr>
        <p:txBody>
          <a:bodyPr wrap="square" lIns="0" tIns="0" rIns="0" bIns="0" rtlCol="0" anchor="t"/>
          <a:lstStyle/>
          <a:p>
            <a:pPr rtl="1" algn="r" indent="0" marL="0">
              <a:lnSpc>
                <a:spcPct val="110000"/>
              </a:lnSpc>
              <a:buNone/>
            </a:pPr>
            <a:r>
              <a:rPr lang="ar-SA" altLang="en-US" sz="2500" b="1" dirty="0">
                <a:solidFill>
                  <a:srgbClr val="1C1230"/>
                </a:solidFill>
                <a:latin typeface="Arial" pitchFamily="34" charset="0"/>
                <a:ea typeface="Arial" pitchFamily="34" charset="-122"/>
                <a:cs typeface="Arial" pitchFamily="34" charset="-120"/>
              </a:rPr>
              <a:t>قد يشعر أحدهما أو كلاهما بأنه يعيش وحيدًا داخل العلاقة.</a:t>
            </a:r>
            <a:endParaRPr lang="ar-SA" sz="2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02920" y="566928"/>
            <a:ext cx="329184" cy="329184"/>
          </a:xfrm>
          <a:prstGeom prst="ellipse">
            <a:avLst/>
          </a:prstGeom>
          <a:ln w="19050">
            <a:solidFill>
              <a:srgbClr val="E77E96"/>
            </a:solidFill>
            <a:prstDash val="solid"/>
          </a:ln>
        </p:spPr>
      </p:sp>
      <p:sp>
        <p:nvSpPr>
          <p:cNvPr id="3" name="Shape 1"/>
          <p:cNvSpPr/>
          <p:nvPr/>
        </p:nvSpPr>
        <p:spPr>
          <a:xfrm>
            <a:off x="733349" y="566928"/>
            <a:ext cx="329184" cy="329184"/>
          </a:xfrm>
          <a:prstGeom prst="ellipse">
            <a:avLst/>
          </a:prstGeom>
          <a:ln w="19050">
            <a:solidFill>
              <a:srgbClr val="F4A95F"/>
            </a:solidFill>
            <a:prstDash val="solid"/>
          </a:ln>
        </p:spPr>
      </p:sp>
      <p:sp>
        <p:nvSpPr>
          <p:cNvPr id="4" name="Text 2"/>
          <p:cNvSpPr txBox="1"/>
          <p:nvPr/>
        </p:nvSpPr>
        <p:spPr>
          <a:xfrm>
            <a:off x="1161288" y="566928"/>
            <a:ext cx="1280160" cy="329184"/>
          </a:xfrm>
          <a:prstGeom prst="rect">
            <a:avLst/>
          </a:prstGeom>
          <a:noFill/>
          <a:ln/>
        </p:spPr>
        <p:txBody>
          <a:bodyPr wrap="square" lIns="0" tIns="0" rIns="0" bIns="0" rtlCol="0" anchor="ctr"/>
          <a:lstStyle/>
          <a:p>
            <a:pPr algn="l" indent="0" marL="0">
              <a:buNone/>
            </a:pPr>
            <a:r>
              <a:rPr lang="en-US" altLang="en-US" sz="1100" dirty="0">
                <a:solidFill>
                  <a:srgbClr val="C4B3D2"/>
                </a:solidFill>
                <a:latin typeface="Arial" pitchFamily="34" charset="0"/>
                <a:ea typeface="Arial" pitchFamily="34" charset="-122"/>
                <a:cs typeface="Arial" pitchFamily="34" charset="-120"/>
              </a:rPr>
              <a:t>04 / 21</a:t>
            </a:r>
            <a:endParaRPr lang="en-US" sz="1100" dirty="0"/>
          </a:p>
        </p:txBody>
      </p:sp>
      <p:sp>
        <p:nvSpPr>
          <p:cNvPr id="5" name="Text 3"/>
          <p:cNvSpPr txBox="1"/>
          <p:nvPr/>
        </p:nvSpPr>
        <p:spPr>
          <a:xfrm>
            <a:off x="2514600" y="566928"/>
            <a:ext cx="3840480" cy="329184"/>
          </a:xfrm>
          <a:prstGeom prst="rect">
            <a:avLst/>
          </a:prstGeom>
          <a:noFill/>
          <a:ln/>
        </p:spPr>
        <p:txBody>
          <a:bodyPr wrap="square" lIns="0" tIns="0" rIns="0" bIns="0" rtlCol="0" anchor="ctr"/>
          <a:lstStyle/>
          <a:p>
            <a:pPr rtl="1" algn="r" indent="0" marL="0">
              <a:buNone/>
            </a:pPr>
            <a:r>
              <a:rPr lang="ar-SA" altLang="en-US" sz="1400" b="1" dirty="0">
                <a:solidFill>
                  <a:srgbClr val="F4A95F"/>
                </a:solidFill>
                <a:latin typeface="Arial" pitchFamily="34" charset="0"/>
                <a:ea typeface="Arial" pitchFamily="34" charset="-122"/>
                <a:cs typeface="Arial" pitchFamily="34" charset="-120"/>
              </a:rPr>
              <a:t>أسئلة الحلقة</a:t>
            </a:r>
            <a:endParaRPr lang="ar-SA" sz="1400" dirty="0"/>
          </a:p>
        </p:txBody>
      </p:sp>
      <p:sp>
        <p:nvSpPr>
          <p:cNvPr id="6" name="Text 4"/>
          <p:cNvSpPr txBox="1"/>
          <p:nvPr/>
        </p:nvSpPr>
        <p:spPr>
          <a:xfrm>
            <a:off x="502920" y="1143000"/>
            <a:ext cx="5852160" cy="1234440"/>
          </a:xfrm>
          <a:prstGeom prst="rect">
            <a:avLst/>
          </a:prstGeom>
          <a:noFill/>
          <a:ln/>
        </p:spPr>
        <p:txBody>
          <a:bodyPr wrap="square" lIns="0" tIns="0" rIns="0" bIns="0" rtlCol="0" anchor="t"/>
          <a:lstStyle/>
          <a:p>
            <a:pPr rtl="1" algn="r" indent="0" marL="0">
              <a:lnSpc>
                <a:spcPct val="105000"/>
              </a:lnSpc>
              <a:buNone/>
            </a:pPr>
            <a:r>
              <a:rPr lang="ar-SA" altLang="en-US" sz="3200" b="1" dirty="0">
                <a:solidFill>
                  <a:srgbClr val="FBF3F6"/>
                </a:solidFill>
                <a:latin typeface="Arial" pitchFamily="34" charset="0"/>
                <a:ea typeface="Arial" pitchFamily="34" charset="-122"/>
                <a:cs typeface="Arial" pitchFamily="34" charset="-120"/>
              </a:rPr>
              <a:t>ما الذي سنناقشه اليوم؟</a:t>
            </a:r>
            <a:endParaRPr lang="ar-SA" sz="3200" dirty="0"/>
          </a:p>
        </p:txBody>
      </p:sp>
      <p:sp>
        <p:nvSpPr>
          <p:cNvPr id="7" name="Shape 5"/>
          <p:cNvSpPr/>
          <p:nvPr/>
        </p:nvSpPr>
        <p:spPr>
          <a:xfrm>
            <a:off x="502920" y="2651760"/>
            <a:ext cx="5852160" cy="1783080"/>
          </a:xfrm>
          <a:prstGeom prst="roundRect">
            <a:avLst>
              <a:gd name="adj" fmla="val 9231"/>
            </a:avLst>
          </a:prstGeom>
          <a:solidFill>
            <a:srgbClr val="2B1F45"/>
          </a:solidFill>
          <a:ln w="12700">
            <a:solidFill>
              <a:srgbClr val="2B1F45"/>
            </a:solidFill>
            <a:prstDash val="solid"/>
          </a:ln>
        </p:spPr>
      </p:sp>
      <p:sp>
        <p:nvSpPr>
          <p:cNvPr id="8" name="Shape 6"/>
          <p:cNvSpPr/>
          <p:nvPr/>
        </p:nvSpPr>
        <p:spPr>
          <a:xfrm>
            <a:off x="5257800" y="3131820"/>
            <a:ext cx="822960" cy="822960"/>
          </a:xfrm>
          <a:prstGeom prst="ellipse">
            <a:avLst/>
          </a:prstGeom>
          <a:ln w="31750">
            <a:solidFill>
              <a:srgbClr val="F4A95F"/>
            </a:solidFill>
            <a:prstDash val="solid"/>
          </a:ln>
        </p:spPr>
      </p:sp>
      <p:sp>
        <p:nvSpPr>
          <p:cNvPr id="9" name="Text 7"/>
          <p:cNvSpPr txBox="1"/>
          <p:nvPr/>
        </p:nvSpPr>
        <p:spPr>
          <a:xfrm>
            <a:off x="5257800" y="3131820"/>
            <a:ext cx="822960" cy="822960"/>
          </a:xfrm>
          <a:prstGeom prst="rect">
            <a:avLst/>
          </a:prstGeom>
          <a:noFill/>
          <a:ln/>
        </p:spPr>
        <p:txBody>
          <a:bodyPr wrap="square" lIns="0" tIns="0" rIns="0" bIns="0" rtlCol="0" anchor="ctr"/>
          <a:lstStyle/>
          <a:p>
            <a:pPr algn="ctr" indent="0" marL="0">
              <a:buNone/>
            </a:pPr>
            <a:r>
              <a:rPr lang="ar-SA" altLang="en-US" sz="3000" b="1" dirty="0">
                <a:solidFill>
                  <a:srgbClr val="F4A95F"/>
                </a:solidFill>
                <a:latin typeface="Arial" pitchFamily="34" charset="0"/>
                <a:ea typeface="Arial" pitchFamily="34" charset="-122"/>
                <a:cs typeface="Arial" pitchFamily="34" charset="-120"/>
              </a:rPr>
              <a:t>1</a:t>
            </a:r>
            <a:endParaRPr lang="ar-SA" sz="3000" dirty="0"/>
          </a:p>
        </p:txBody>
      </p:sp>
      <p:sp>
        <p:nvSpPr>
          <p:cNvPr id="10" name="Text 8"/>
          <p:cNvSpPr txBox="1"/>
          <p:nvPr/>
        </p:nvSpPr>
        <p:spPr>
          <a:xfrm>
            <a:off x="777240" y="2651760"/>
            <a:ext cx="4206240" cy="1783080"/>
          </a:xfrm>
          <a:prstGeom prst="rect">
            <a:avLst/>
          </a:prstGeom>
          <a:noFill/>
          <a:ln/>
        </p:spPr>
        <p:txBody>
          <a:bodyPr wrap="square" lIns="0" tIns="0" rIns="0" bIns="0" rtlCol="0" anchor="ctr"/>
          <a:lstStyle/>
          <a:p>
            <a:pPr rtl="1" algn="r" indent="0" marL="0">
              <a:lnSpc>
                <a:spcPct val="110000"/>
              </a:lnSpc>
              <a:buNone/>
            </a:pPr>
            <a:r>
              <a:rPr lang="ar-SA" altLang="en-US" sz="1900" dirty="0">
                <a:solidFill>
                  <a:srgbClr val="FBF3F6"/>
                </a:solidFill>
                <a:latin typeface="Arial" pitchFamily="34" charset="0"/>
                <a:ea typeface="Arial" pitchFamily="34" charset="-122"/>
                <a:cs typeface="Arial" pitchFamily="34" charset="-120"/>
              </a:rPr>
              <a:t>متى تتحول العلاقة الزوجية من شراكة حقيقية إلى مجرد تعايش؟</a:t>
            </a:r>
            <a:endParaRPr lang="ar-SA" sz="1900" dirty="0"/>
          </a:p>
        </p:txBody>
      </p:sp>
      <p:sp>
        <p:nvSpPr>
          <p:cNvPr id="11" name="Shape 9"/>
          <p:cNvSpPr/>
          <p:nvPr/>
        </p:nvSpPr>
        <p:spPr>
          <a:xfrm>
            <a:off x="502920" y="4709160"/>
            <a:ext cx="5852160" cy="1783080"/>
          </a:xfrm>
          <a:prstGeom prst="roundRect">
            <a:avLst>
              <a:gd name="adj" fmla="val 9231"/>
            </a:avLst>
          </a:prstGeom>
          <a:solidFill>
            <a:srgbClr val="2B1F45"/>
          </a:solidFill>
          <a:ln w="12700">
            <a:solidFill>
              <a:srgbClr val="2B1F45"/>
            </a:solidFill>
            <a:prstDash val="solid"/>
          </a:ln>
        </p:spPr>
      </p:sp>
      <p:sp>
        <p:nvSpPr>
          <p:cNvPr id="12" name="Shape 10"/>
          <p:cNvSpPr/>
          <p:nvPr/>
        </p:nvSpPr>
        <p:spPr>
          <a:xfrm>
            <a:off x="5257800" y="5189220"/>
            <a:ext cx="822960" cy="822960"/>
          </a:xfrm>
          <a:prstGeom prst="ellipse">
            <a:avLst/>
          </a:prstGeom>
          <a:ln w="31750">
            <a:solidFill>
              <a:srgbClr val="E77E96"/>
            </a:solidFill>
            <a:prstDash val="solid"/>
          </a:ln>
        </p:spPr>
      </p:sp>
      <p:sp>
        <p:nvSpPr>
          <p:cNvPr id="13" name="Text 11"/>
          <p:cNvSpPr txBox="1"/>
          <p:nvPr/>
        </p:nvSpPr>
        <p:spPr>
          <a:xfrm>
            <a:off x="5257800" y="5189220"/>
            <a:ext cx="822960" cy="822960"/>
          </a:xfrm>
          <a:prstGeom prst="rect">
            <a:avLst/>
          </a:prstGeom>
          <a:noFill/>
          <a:ln/>
        </p:spPr>
        <p:txBody>
          <a:bodyPr wrap="square" lIns="0" tIns="0" rIns="0" bIns="0" rtlCol="0" anchor="ctr"/>
          <a:lstStyle/>
          <a:p>
            <a:pPr algn="ctr" indent="0" marL="0">
              <a:buNone/>
            </a:pPr>
            <a:r>
              <a:rPr lang="ar-SA" altLang="en-US" sz="3000" b="1" dirty="0">
                <a:solidFill>
                  <a:srgbClr val="E77E96"/>
                </a:solidFill>
                <a:latin typeface="Arial" pitchFamily="34" charset="0"/>
                <a:ea typeface="Arial" pitchFamily="34" charset="-122"/>
                <a:cs typeface="Arial" pitchFamily="34" charset="-120"/>
              </a:rPr>
              <a:t>2</a:t>
            </a:r>
            <a:endParaRPr lang="ar-SA" sz="3000" dirty="0"/>
          </a:p>
        </p:txBody>
      </p:sp>
      <p:sp>
        <p:nvSpPr>
          <p:cNvPr id="14" name="Text 12"/>
          <p:cNvSpPr txBox="1"/>
          <p:nvPr/>
        </p:nvSpPr>
        <p:spPr>
          <a:xfrm>
            <a:off x="777240" y="4709160"/>
            <a:ext cx="4206240" cy="1783080"/>
          </a:xfrm>
          <a:prstGeom prst="rect">
            <a:avLst/>
          </a:prstGeom>
          <a:noFill/>
          <a:ln/>
        </p:spPr>
        <p:txBody>
          <a:bodyPr wrap="square" lIns="0" tIns="0" rIns="0" bIns="0" rtlCol="0" anchor="ctr"/>
          <a:lstStyle/>
          <a:p>
            <a:pPr rtl="1" algn="r" indent="0" marL="0">
              <a:lnSpc>
                <a:spcPct val="110000"/>
              </a:lnSpc>
              <a:buNone/>
            </a:pPr>
            <a:r>
              <a:rPr lang="ar-SA" altLang="en-US" sz="1900" dirty="0">
                <a:solidFill>
                  <a:srgbClr val="FBF3F6"/>
                </a:solidFill>
                <a:latin typeface="Arial" pitchFamily="34" charset="0"/>
                <a:ea typeface="Arial" pitchFamily="34" charset="-122"/>
                <a:cs typeface="Arial" pitchFamily="34" charset="-120"/>
              </a:rPr>
              <a:t>هل القرب الجسدي يعني بالضرورة وجود القرب العاطفي؟</a:t>
            </a:r>
            <a:endParaRPr lang="ar-SA" sz="1900" dirty="0"/>
          </a:p>
        </p:txBody>
      </p:sp>
      <p:sp>
        <p:nvSpPr>
          <p:cNvPr id="15" name="Shape 13"/>
          <p:cNvSpPr/>
          <p:nvPr/>
        </p:nvSpPr>
        <p:spPr>
          <a:xfrm>
            <a:off x="502920" y="6766560"/>
            <a:ext cx="5852160" cy="1783080"/>
          </a:xfrm>
          <a:prstGeom prst="roundRect">
            <a:avLst>
              <a:gd name="adj" fmla="val 9231"/>
            </a:avLst>
          </a:prstGeom>
          <a:solidFill>
            <a:srgbClr val="2B1F45"/>
          </a:solidFill>
          <a:ln w="12700">
            <a:solidFill>
              <a:srgbClr val="2B1F45"/>
            </a:solidFill>
            <a:prstDash val="solid"/>
          </a:ln>
        </p:spPr>
      </p:sp>
      <p:sp>
        <p:nvSpPr>
          <p:cNvPr id="16" name="Shape 14"/>
          <p:cNvSpPr/>
          <p:nvPr/>
        </p:nvSpPr>
        <p:spPr>
          <a:xfrm>
            <a:off x="5257800" y="7246620"/>
            <a:ext cx="822960" cy="822960"/>
          </a:xfrm>
          <a:prstGeom prst="ellipse">
            <a:avLst/>
          </a:prstGeom>
          <a:ln w="31750">
            <a:solidFill>
              <a:srgbClr val="F4A95F"/>
            </a:solidFill>
            <a:prstDash val="solid"/>
          </a:ln>
        </p:spPr>
      </p:sp>
      <p:sp>
        <p:nvSpPr>
          <p:cNvPr id="17" name="Text 15"/>
          <p:cNvSpPr txBox="1"/>
          <p:nvPr/>
        </p:nvSpPr>
        <p:spPr>
          <a:xfrm>
            <a:off x="5257800" y="7246620"/>
            <a:ext cx="822960" cy="822960"/>
          </a:xfrm>
          <a:prstGeom prst="rect">
            <a:avLst/>
          </a:prstGeom>
          <a:noFill/>
          <a:ln/>
        </p:spPr>
        <p:txBody>
          <a:bodyPr wrap="square" lIns="0" tIns="0" rIns="0" bIns="0" rtlCol="0" anchor="ctr"/>
          <a:lstStyle/>
          <a:p>
            <a:pPr algn="ctr" indent="0" marL="0">
              <a:buNone/>
            </a:pPr>
            <a:r>
              <a:rPr lang="ar-SA" altLang="en-US" sz="3000" b="1" dirty="0">
                <a:solidFill>
                  <a:srgbClr val="F4A95F"/>
                </a:solidFill>
                <a:latin typeface="Arial" pitchFamily="34" charset="0"/>
                <a:ea typeface="Arial" pitchFamily="34" charset="-122"/>
                <a:cs typeface="Arial" pitchFamily="34" charset="-120"/>
              </a:rPr>
              <a:t>3</a:t>
            </a:r>
            <a:endParaRPr lang="ar-SA" sz="3000" dirty="0"/>
          </a:p>
        </p:txBody>
      </p:sp>
      <p:sp>
        <p:nvSpPr>
          <p:cNvPr id="18" name="Text 16"/>
          <p:cNvSpPr txBox="1"/>
          <p:nvPr/>
        </p:nvSpPr>
        <p:spPr>
          <a:xfrm>
            <a:off x="777240" y="6766560"/>
            <a:ext cx="4206240" cy="1783080"/>
          </a:xfrm>
          <a:prstGeom prst="rect">
            <a:avLst/>
          </a:prstGeom>
          <a:noFill/>
          <a:ln/>
        </p:spPr>
        <p:txBody>
          <a:bodyPr wrap="square" lIns="0" tIns="0" rIns="0" bIns="0" rtlCol="0" anchor="ctr"/>
          <a:lstStyle/>
          <a:p>
            <a:pPr rtl="1" algn="r" indent="0" marL="0">
              <a:lnSpc>
                <a:spcPct val="110000"/>
              </a:lnSpc>
              <a:buNone/>
            </a:pPr>
            <a:r>
              <a:rPr lang="ar-SA" altLang="en-US" sz="1900" dirty="0">
                <a:solidFill>
                  <a:srgbClr val="FBF3F6"/>
                </a:solidFill>
                <a:latin typeface="Arial" pitchFamily="34" charset="0"/>
                <a:ea typeface="Arial" pitchFamily="34" charset="-122"/>
                <a:cs typeface="Arial" pitchFamily="34" charset="-120"/>
              </a:rPr>
              <a:t>هل يمكن أن يستمر الزواج سنوات طويلة بينما تزداد المسافة بين الزوجين من الداخل؟</a:t>
            </a:r>
            <a:endParaRPr lang="ar-SA" sz="1900" dirty="0"/>
          </a:p>
        </p:txBody>
      </p:sp>
      <p:sp>
        <p:nvSpPr>
          <p:cNvPr id="19" name="Shape 17"/>
          <p:cNvSpPr/>
          <p:nvPr/>
        </p:nvSpPr>
        <p:spPr>
          <a:xfrm>
            <a:off x="502920" y="8823960"/>
            <a:ext cx="5852160" cy="1783080"/>
          </a:xfrm>
          <a:prstGeom prst="roundRect">
            <a:avLst>
              <a:gd name="adj" fmla="val 9231"/>
            </a:avLst>
          </a:prstGeom>
          <a:solidFill>
            <a:srgbClr val="2B1F45"/>
          </a:solidFill>
          <a:ln w="12700">
            <a:solidFill>
              <a:srgbClr val="2B1F45"/>
            </a:solidFill>
            <a:prstDash val="solid"/>
          </a:ln>
        </p:spPr>
      </p:sp>
      <p:sp>
        <p:nvSpPr>
          <p:cNvPr id="20" name="Shape 18"/>
          <p:cNvSpPr/>
          <p:nvPr/>
        </p:nvSpPr>
        <p:spPr>
          <a:xfrm>
            <a:off x="5257800" y="9304020"/>
            <a:ext cx="822960" cy="822960"/>
          </a:xfrm>
          <a:prstGeom prst="ellipse">
            <a:avLst/>
          </a:prstGeom>
          <a:ln w="31750">
            <a:solidFill>
              <a:srgbClr val="E77E96"/>
            </a:solidFill>
            <a:prstDash val="solid"/>
          </a:ln>
        </p:spPr>
      </p:sp>
      <p:sp>
        <p:nvSpPr>
          <p:cNvPr id="21" name="Text 19"/>
          <p:cNvSpPr txBox="1"/>
          <p:nvPr/>
        </p:nvSpPr>
        <p:spPr>
          <a:xfrm>
            <a:off x="5257800" y="9304020"/>
            <a:ext cx="822960" cy="822960"/>
          </a:xfrm>
          <a:prstGeom prst="rect">
            <a:avLst/>
          </a:prstGeom>
          <a:noFill/>
          <a:ln/>
        </p:spPr>
        <p:txBody>
          <a:bodyPr wrap="square" lIns="0" tIns="0" rIns="0" bIns="0" rtlCol="0" anchor="ctr"/>
          <a:lstStyle/>
          <a:p>
            <a:pPr algn="ctr" indent="0" marL="0">
              <a:buNone/>
            </a:pPr>
            <a:r>
              <a:rPr lang="ar-SA" altLang="en-US" sz="3000" b="1" dirty="0">
                <a:solidFill>
                  <a:srgbClr val="E77E96"/>
                </a:solidFill>
                <a:latin typeface="Arial" pitchFamily="34" charset="0"/>
                <a:ea typeface="Arial" pitchFamily="34" charset="-122"/>
                <a:cs typeface="Arial" pitchFamily="34" charset="-120"/>
              </a:rPr>
              <a:t>4</a:t>
            </a:r>
            <a:endParaRPr lang="ar-SA" sz="3000" dirty="0"/>
          </a:p>
        </p:txBody>
      </p:sp>
      <p:sp>
        <p:nvSpPr>
          <p:cNvPr id="22" name="Text 20"/>
          <p:cNvSpPr txBox="1"/>
          <p:nvPr/>
        </p:nvSpPr>
        <p:spPr>
          <a:xfrm>
            <a:off x="777240" y="8823960"/>
            <a:ext cx="4206240" cy="1783080"/>
          </a:xfrm>
          <a:prstGeom prst="rect">
            <a:avLst/>
          </a:prstGeom>
          <a:noFill/>
          <a:ln/>
        </p:spPr>
        <p:txBody>
          <a:bodyPr wrap="square" lIns="0" tIns="0" rIns="0" bIns="0" rtlCol="0" anchor="ctr"/>
          <a:lstStyle/>
          <a:p>
            <a:pPr rtl="1" algn="r" indent="0" marL="0">
              <a:lnSpc>
                <a:spcPct val="110000"/>
              </a:lnSpc>
              <a:buNone/>
            </a:pPr>
            <a:r>
              <a:rPr lang="ar-SA" altLang="en-US" sz="1900" dirty="0">
                <a:solidFill>
                  <a:srgbClr val="FBF3F6"/>
                </a:solidFill>
                <a:latin typeface="Arial" pitchFamily="34" charset="0"/>
                <a:ea typeface="Arial" pitchFamily="34" charset="-122"/>
                <a:cs typeface="Arial" pitchFamily="34" charset="-120"/>
              </a:rPr>
              <a:t>هل يمكن إعادة بناء الجسر العاطفي والروحي بينهما؟</a:t>
            </a:r>
            <a:endParaRPr lang="ar-SA"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02920" y="566928"/>
            <a:ext cx="329184" cy="329184"/>
          </a:xfrm>
          <a:prstGeom prst="ellipse">
            <a:avLst/>
          </a:prstGeom>
          <a:ln w="19050">
            <a:solidFill>
              <a:srgbClr val="E77E96"/>
            </a:solidFill>
            <a:prstDash val="solid"/>
          </a:ln>
        </p:spPr>
      </p:sp>
      <p:sp>
        <p:nvSpPr>
          <p:cNvPr id="3" name="Shape 1"/>
          <p:cNvSpPr/>
          <p:nvPr/>
        </p:nvSpPr>
        <p:spPr>
          <a:xfrm>
            <a:off x="733349" y="566928"/>
            <a:ext cx="329184" cy="329184"/>
          </a:xfrm>
          <a:prstGeom prst="ellipse">
            <a:avLst/>
          </a:prstGeom>
          <a:ln w="19050">
            <a:solidFill>
              <a:srgbClr val="F4A95F"/>
            </a:solidFill>
            <a:prstDash val="solid"/>
          </a:ln>
        </p:spPr>
      </p:sp>
      <p:sp>
        <p:nvSpPr>
          <p:cNvPr id="4" name="Text 2"/>
          <p:cNvSpPr txBox="1"/>
          <p:nvPr/>
        </p:nvSpPr>
        <p:spPr>
          <a:xfrm>
            <a:off x="1161288" y="566928"/>
            <a:ext cx="1280160" cy="329184"/>
          </a:xfrm>
          <a:prstGeom prst="rect">
            <a:avLst/>
          </a:prstGeom>
          <a:noFill/>
          <a:ln/>
        </p:spPr>
        <p:txBody>
          <a:bodyPr wrap="square" lIns="0" tIns="0" rIns="0" bIns="0" rtlCol="0" anchor="ctr"/>
          <a:lstStyle/>
          <a:p>
            <a:pPr algn="l" indent="0" marL="0">
              <a:buNone/>
            </a:pPr>
            <a:r>
              <a:rPr lang="en-US" altLang="en-US" sz="1100" dirty="0">
                <a:solidFill>
                  <a:srgbClr val="C4B3D2"/>
                </a:solidFill>
                <a:latin typeface="Arial" pitchFamily="34" charset="0"/>
                <a:ea typeface="Arial" pitchFamily="34" charset="-122"/>
                <a:cs typeface="Arial" pitchFamily="34" charset="-120"/>
              </a:rPr>
              <a:t>05 / 21</a:t>
            </a:r>
            <a:endParaRPr lang="en-US" sz="1100" dirty="0"/>
          </a:p>
        </p:txBody>
      </p:sp>
      <p:sp>
        <p:nvSpPr>
          <p:cNvPr id="5" name="Text 3"/>
          <p:cNvSpPr txBox="1"/>
          <p:nvPr/>
        </p:nvSpPr>
        <p:spPr>
          <a:xfrm>
            <a:off x="2514600" y="566928"/>
            <a:ext cx="3840480" cy="329184"/>
          </a:xfrm>
          <a:prstGeom prst="rect">
            <a:avLst/>
          </a:prstGeom>
          <a:noFill/>
          <a:ln/>
        </p:spPr>
        <p:txBody>
          <a:bodyPr wrap="square" lIns="0" tIns="0" rIns="0" bIns="0" rtlCol="0" anchor="ctr"/>
          <a:lstStyle/>
          <a:p>
            <a:pPr rtl="1" algn="r" indent="0" marL="0">
              <a:buNone/>
            </a:pPr>
            <a:r>
              <a:rPr lang="ar-SA" altLang="en-US" sz="1400" b="1" dirty="0">
                <a:solidFill>
                  <a:srgbClr val="F4A95F"/>
                </a:solidFill>
                <a:latin typeface="Arial" pitchFamily="34" charset="0"/>
                <a:ea typeface="Arial" pitchFamily="34" charset="-122"/>
                <a:cs typeface="Arial" pitchFamily="34" charset="-120"/>
              </a:rPr>
              <a:t>الكوتش سميرة المتوكل</a:t>
            </a:r>
            <a:endParaRPr lang="ar-SA" sz="1400" dirty="0"/>
          </a:p>
        </p:txBody>
      </p:sp>
      <p:sp>
        <p:nvSpPr>
          <p:cNvPr id="6" name="Text 4"/>
          <p:cNvSpPr txBox="1"/>
          <p:nvPr/>
        </p:nvSpPr>
        <p:spPr>
          <a:xfrm>
            <a:off x="502920" y="1143000"/>
            <a:ext cx="5852160" cy="1828800"/>
          </a:xfrm>
          <a:prstGeom prst="rect">
            <a:avLst/>
          </a:prstGeom>
          <a:noFill/>
          <a:ln/>
        </p:spPr>
        <p:txBody>
          <a:bodyPr wrap="square" lIns="0" tIns="0" rIns="0" bIns="0" rtlCol="0" anchor="t"/>
          <a:lstStyle/>
          <a:p>
            <a:pPr rtl="1" algn="r" indent="0" marL="0">
              <a:lnSpc>
                <a:spcPct val="105000"/>
              </a:lnSpc>
              <a:buNone/>
            </a:pPr>
            <a:r>
              <a:rPr lang="ar-SA" altLang="en-US" sz="3200" b="1" dirty="0">
                <a:solidFill>
                  <a:srgbClr val="FBF3F6"/>
                </a:solidFill>
                <a:latin typeface="Arial" pitchFamily="34" charset="0"/>
                <a:ea typeface="Arial" pitchFamily="34" charset="-122"/>
                <a:cs typeface="Arial" pitchFamily="34" charset="-120"/>
              </a:rPr>
              <a:t>تحت سقف واحد...</a:t>
            </a:r>
            <a:endParaRPr lang="ar-SA" sz="3200" dirty="0"/>
          </a:p>
          <a:p>
            <a:pPr rtl="1" algn="r" indent="0" marL="0">
              <a:lnSpc>
                <a:spcPct val="105000"/>
              </a:lnSpc>
              <a:buNone/>
            </a:pPr>
            <a:r>
              <a:rPr lang="ar-SA" altLang="en-US" sz="3200" b="1" dirty="0">
                <a:solidFill>
                  <a:srgbClr val="FBF3F6"/>
                </a:solidFill>
                <a:latin typeface="Arial" pitchFamily="34" charset="0"/>
                <a:ea typeface="Arial" pitchFamily="34" charset="-122"/>
                <a:cs typeface="Arial" pitchFamily="34" charset="-120"/>
              </a:rPr>
              <a:t>وكل واحد في عالم مختلف</a:t>
            </a:r>
            <a:endParaRPr lang="ar-SA" sz="3200" dirty="0"/>
          </a:p>
        </p:txBody>
      </p:sp>
      <p:sp>
        <p:nvSpPr>
          <p:cNvPr id="7" name="Text 5"/>
          <p:cNvSpPr txBox="1"/>
          <p:nvPr/>
        </p:nvSpPr>
        <p:spPr>
          <a:xfrm>
            <a:off x="3566160" y="3291840"/>
            <a:ext cx="2788920" cy="457200"/>
          </a:xfrm>
          <a:prstGeom prst="rect">
            <a:avLst/>
          </a:prstGeom>
          <a:noFill/>
          <a:ln/>
        </p:spPr>
        <p:txBody>
          <a:bodyPr wrap="square" lIns="0" tIns="0" rIns="0" bIns="0" rtlCol="0" anchor="t"/>
          <a:lstStyle/>
          <a:p>
            <a:pPr rtl="1" algn="ctr" indent="0" marL="0">
              <a:buNone/>
            </a:pPr>
            <a:r>
              <a:rPr lang="ar-SA" altLang="en-US" sz="1800" b="1" dirty="0">
                <a:solidFill>
                  <a:srgbClr val="F4A95F"/>
                </a:solidFill>
                <a:latin typeface="Arial" pitchFamily="34" charset="0"/>
                <a:ea typeface="Arial" pitchFamily="34" charset="-122"/>
                <a:cs typeface="Arial" pitchFamily="34" charset="-120"/>
              </a:rPr>
              <a:t>حاضر</a:t>
            </a:r>
            <a:endParaRPr lang="ar-SA" sz="1800" dirty="0"/>
          </a:p>
        </p:txBody>
      </p:sp>
      <p:sp>
        <p:nvSpPr>
          <p:cNvPr id="8" name="Text 6"/>
          <p:cNvSpPr txBox="1"/>
          <p:nvPr/>
        </p:nvSpPr>
        <p:spPr>
          <a:xfrm>
            <a:off x="502920" y="3291840"/>
            <a:ext cx="2788920" cy="457200"/>
          </a:xfrm>
          <a:prstGeom prst="rect">
            <a:avLst/>
          </a:prstGeom>
          <a:noFill/>
          <a:ln/>
        </p:spPr>
        <p:txBody>
          <a:bodyPr wrap="square" lIns="0" tIns="0" rIns="0" bIns="0" rtlCol="0" anchor="t"/>
          <a:lstStyle/>
          <a:p>
            <a:pPr rtl="1" algn="ctr" indent="0" marL="0">
              <a:buNone/>
            </a:pPr>
            <a:r>
              <a:rPr lang="ar-SA" altLang="en-US" sz="1800" b="1" dirty="0">
                <a:solidFill>
                  <a:srgbClr val="E77E96"/>
                </a:solidFill>
                <a:latin typeface="Arial" pitchFamily="34" charset="0"/>
                <a:ea typeface="Arial" pitchFamily="34" charset="-122"/>
                <a:cs typeface="Arial" pitchFamily="34" charset="-120"/>
              </a:rPr>
              <a:t>لكن غائب</a:t>
            </a:r>
            <a:endParaRPr lang="ar-SA" sz="1800" dirty="0"/>
          </a:p>
        </p:txBody>
      </p:sp>
      <p:sp>
        <p:nvSpPr>
          <p:cNvPr id="9" name="Shape 7"/>
          <p:cNvSpPr/>
          <p:nvPr/>
        </p:nvSpPr>
        <p:spPr>
          <a:xfrm>
            <a:off x="3566160" y="3931920"/>
            <a:ext cx="2788920" cy="1874520"/>
          </a:xfrm>
          <a:prstGeom prst="roundRect">
            <a:avLst>
              <a:gd name="adj" fmla="val 8780"/>
            </a:avLst>
          </a:prstGeom>
          <a:solidFill>
            <a:srgbClr val="2B1F45"/>
          </a:solidFill>
          <a:ln w="12700">
            <a:solidFill>
              <a:srgbClr val="2B1F45"/>
            </a:solidFill>
            <a:prstDash val="solid"/>
          </a:ln>
        </p:spPr>
      </p:sp>
      <p:sp>
        <p:nvSpPr>
          <p:cNvPr id="10" name="Shape 8"/>
          <p:cNvSpPr/>
          <p:nvPr/>
        </p:nvSpPr>
        <p:spPr>
          <a:xfrm>
            <a:off x="502920" y="3931920"/>
            <a:ext cx="2788920" cy="1874520"/>
          </a:xfrm>
          <a:prstGeom prst="roundRect">
            <a:avLst>
              <a:gd name="adj" fmla="val 8780"/>
            </a:avLst>
          </a:prstGeom>
          <a:solidFill>
            <a:srgbClr val="2B1F45"/>
          </a:solidFill>
          <a:ln w="15875">
            <a:solidFill>
              <a:srgbClr val="E77E96"/>
            </a:solidFill>
            <a:prstDash val="dash"/>
          </a:ln>
        </p:spPr>
      </p:sp>
      <p:sp>
        <p:nvSpPr>
          <p:cNvPr id="11" name="Shape 9"/>
          <p:cNvSpPr/>
          <p:nvPr/>
        </p:nvSpPr>
        <p:spPr>
          <a:xfrm>
            <a:off x="4631436" y="4206240"/>
            <a:ext cx="658368" cy="658368"/>
          </a:xfrm>
          <a:prstGeom prst="ellipse">
            <a:avLst/>
          </a:prstGeom>
          <a:solidFill>
            <a:srgbClr val="F4A95F"/>
          </a:solidFill>
          <a:ln w="12700">
            <a:solidFill>
              <a:srgbClr val="F4A95F"/>
            </a:solidFill>
            <a:prstDash val="solid"/>
          </a:ln>
        </p:spPr>
      </p:sp>
      <p:pic>
        <p:nvPicPr>
          <p:cNvPr id="12" name="Image 0" descr="preencoded.png">    </p:cNvPr>
          <p:cNvPicPr>
            <a:picLocks noChangeAspect="1"/>
          </p:cNvPicPr>
          <p:nvPr/>
        </p:nvPicPr>
        <p:blipFill>
          <a:blip r:embed="rId2"/>
          <a:stretch>
            <a:fillRect/>
          </a:stretch>
        </p:blipFill>
        <p:spPr>
          <a:xfrm>
            <a:off x="4802612" y="4377416"/>
            <a:ext cx="316017" cy="316017"/>
          </a:xfrm>
          <a:prstGeom prst="rect">
            <a:avLst/>
          </a:prstGeom>
        </p:spPr>
      </p:pic>
      <p:pic>
        <p:nvPicPr>
          <p:cNvPr id="13" name="Image 1" descr="preencoded.png">    </p:cNvPr>
          <p:cNvPicPr>
            <a:picLocks noChangeAspect="1"/>
          </p:cNvPicPr>
          <p:nvPr/>
        </p:nvPicPr>
        <p:blipFill>
          <a:blip r:embed="rId3"/>
          <a:stretch>
            <a:fillRect/>
          </a:stretch>
        </p:blipFill>
        <p:spPr>
          <a:xfrm>
            <a:off x="1623060" y="4261104"/>
            <a:ext cx="548640" cy="548640"/>
          </a:xfrm>
          <a:prstGeom prst="rect">
            <a:avLst/>
          </a:prstGeom>
        </p:spPr>
      </p:pic>
      <p:sp>
        <p:nvSpPr>
          <p:cNvPr id="14" name="Text 10"/>
          <p:cNvSpPr txBox="1"/>
          <p:nvPr/>
        </p:nvSpPr>
        <p:spPr>
          <a:xfrm>
            <a:off x="3703320" y="4983480"/>
            <a:ext cx="2514600" cy="640080"/>
          </a:xfrm>
          <a:prstGeom prst="rect">
            <a:avLst/>
          </a:prstGeom>
          <a:noFill/>
          <a:ln/>
        </p:spPr>
        <p:txBody>
          <a:bodyPr wrap="square" lIns="0" tIns="0" rIns="0" bIns="0" rtlCol="0" anchor="ctr"/>
          <a:lstStyle/>
          <a:p>
            <a:pPr rtl="1" algn="ctr" indent="0" marL="0">
              <a:buNone/>
            </a:pPr>
            <a:r>
              <a:rPr lang="ar-SA" altLang="en-US" sz="2000" b="1" dirty="0">
                <a:solidFill>
                  <a:srgbClr val="FBF3F6"/>
                </a:solidFill>
                <a:latin typeface="Arial" pitchFamily="34" charset="0"/>
                <a:ea typeface="Arial" pitchFamily="34" charset="-122"/>
                <a:cs typeface="Arial" pitchFamily="34" charset="-120"/>
              </a:rPr>
              <a:t>تواصل</a:t>
            </a:r>
            <a:endParaRPr lang="ar-SA" sz="2000" dirty="0"/>
          </a:p>
        </p:txBody>
      </p:sp>
      <p:sp>
        <p:nvSpPr>
          <p:cNvPr id="15" name="Text 11"/>
          <p:cNvSpPr txBox="1"/>
          <p:nvPr/>
        </p:nvSpPr>
        <p:spPr>
          <a:xfrm>
            <a:off x="640080" y="4983480"/>
            <a:ext cx="2514600" cy="640080"/>
          </a:xfrm>
          <a:prstGeom prst="rect">
            <a:avLst/>
          </a:prstGeom>
          <a:noFill/>
          <a:ln/>
        </p:spPr>
        <p:txBody>
          <a:bodyPr wrap="square" lIns="0" tIns="0" rIns="0" bIns="0" rtlCol="0" anchor="ctr"/>
          <a:lstStyle/>
          <a:p>
            <a:pPr rtl="1" algn="ctr" indent="0" marL="0">
              <a:buNone/>
            </a:pPr>
            <a:r>
              <a:rPr lang="ar-SA" altLang="en-US" sz="2000" b="1" dirty="0">
                <a:solidFill>
                  <a:srgbClr val="C4B3D2"/>
                </a:solidFill>
                <a:latin typeface="Arial" pitchFamily="34" charset="0"/>
                <a:ea typeface="Arial" pitchFamily="34" charset="-122"/>
                <a:cs typeface="Arial" pitchFamily="34" charset="-120"/>
              </a:rPr>
              <a:t>حوار حقيقي</a:t>
            </a:r>
            <a:endParaRPr lang="ar-SA" sz="2000" dirty="0"/>
          </a:p>
        </p:txBody>
      </p:sp>
      <p:sp>
        <p:nvSpPr>
          <p:cNvPr id="16" name="Shape 12"/>
          <p:cNvSpPr/>
          <p:nvPr/>
        </p:nvSpPr>
        <p:spPr>
          <a:xfrm>
            <a:off x="3566160" y="6080760"/>
            <a:ext cx="2788920" cy="1874520"/>
          </a:xfrm>
          <a:prstGeom prst="roundRect">
            <a:avLst>
              <a:gd name="adj" fmla="val 8780"/>
            </a:avLst>
          </a:prstGeom>
          <a:solidFill>
            <a:srgbClr val="2B1F45"/>
          </a:solidFill>
          <a:ln w="12700">
            <a:solidFill>
              <a:srgbClr val="2B1F45"/>
            </a:solidFill>
            <a:prstDash val="solid"/>
          </a:ln>
        </p:spPr>
      </p:sp>
      <p:sp>
        <p:nvSpPr>
          <p:cNvPr id="17" name="Shape 13"/>
          <p:cNvSpPr/>
          <p:nvPr/>
        </p:nvSpPr>
        <p:spPr>
          <a:xfrm>
            <a:off x="502920" y="6080760"/>
            <a:ext cx="2788920" cy="1874520"/>
          </a:xfrm>
          <a:prstGeom prst="roundRect">
            <a:avLst>
              <a:gd name="adj" fmla="val 8780"/>
            </a:avLst>
          </a:prstGeom>
          <a:solidFill>
            <a:srgbClr val="2B1F45"/>
          </a:solidFill>
          <a:ln w="15875">
            <a:solidFill>
              <a:srgbClr val="E77E96"/>
            </a:solidFill>
            <a:prstDash val="dash"/>
          </a:ln>
        </p:spPr>
      </p:sp>
      <p:sp>
        <p:nvSpPr>
          <p:cNvPr id="18" name="Shape 14"/>
          <p:cNvSpPr/>
          <p:nvPr/>
        </p:nvSpPr>
        <p:spPr>
          <a:xfrm>
            <a:off x="4631436" y="6355080"/>
            <a:ext cx="658368" cy="658368"/>
          </a:xfrm>
          <a:prstGeom prst="ellipse">
            <a:avLst/>
          </a:prstGeom>
          <a:solidFill>
            <a:srgbClr val="F4A95F"/>
          </a:solidFill>
          <a:ln w="12700">
            <a:solidFill>
              <a:srgbClr val="F4A95F"/>
            </a:solidFill>
            <a:prstDash val="solid"/>
          </a:ln>
        </p:spPr>
      </p:sp>
      <p:pic>
        <p:nvPicPr>
          <p:cNvPr id="19" name="Image 2" descr="preencoded.png">    </p:cNvPr>
          <p:cNvPicPr>
            <a:picLocks noChangeAspect="1"/>
          </p:cNvPicPr>
          <p:nvPr/>
        </p:nvPicPr>
        <p:blipFill>
          <a:blip r:embed="rId4"/>
          <a:stretch>
            <a:fillRect/>
          </a:stretch>
        </p:blipFill>
        <p:spPr>
          <a:xfrm>
            <a:off x="4802612" y="6526256"/>
            <a:ext cx="316017" cy="316017"/>
          </a:xfrm>
          <a:prstGeom prst="rect">
            <a:avLst/>
          </a:prstGeom>
        </p:spPr>
      </p:pic>
      <p:pic>
        <p:nvPicPr>
          <p:cNvPr id="20" name="Image 3" descr="preencoded.png">    </p:cNvPr>
          <p:cNvPicPr>
            <a:picLocks noChangeAspect="1"/>
          </p:cNvPicPr>
          <p:nvPr/>
        </p:nvPicPr>
        <p:blipFill>
          <a:blip r:embed="rId5"/>
          <a:stretch>
            <a:fillRect/>
          </a:stretch>
        </p:blipFill>
        <p:spPr>
          <a:xfrm>
            <a:off x="1623060" y="6409944"/>
            <a:ext cx="548640" cy="548640"/>
          </a:xfrm>
          <a:prstGeom prst="rect">
            <a:avLst/>
          </a:prstGeom>
        </p:spPr>
      </p:pic>
      <p:sp>
        <p:nvSpPr>
          <p:cNvPr id="21" name="Text 15"/>
          <p:cNvSpPr txBox="1"/>
          <p:nvPr/>
        </p:nvSpPr>
        <p:spPr>
          <a:xfrm>
            <a:off x="3703320" y="7132320"/>
            <a:ext cx="2514600" cy="640080"/>
          </a:xfrm>
          <a:prstGeom prst="rect">
            <a:avLst/>
          </a:prstGeom>
          <a:noFill/>
          <a:ln/>
        </p:spPr>
        <p:txBody>
          <a:bodyPr wrap="square" lIns="0" tIns="0" rIns="0" bIns="0" rtlCol="0" anchor="ctr"/>
          <a:lstStyle/>
          <a:p>
            <a:pPr rtl="1" algn="ctr" indent="0" marL="0">
              <a:buNone/>
            </a:pPr>
            <a:r>
              <a:rPr lang="ar-SA" altLang="en-US" sz="2000" b="1" dirty="0">
                <a:solidFill>
                  <a:srgbClr val="FBF3F6"/>
                </a:solidFill>
                <a:latin typeface="Arial" pitchFamily="34" charset="0"/>
                <a:ea typeface="Arial" pitchFamily="34" charset="-122"/>
                <a:cs typeface="Arial" pitchFamily="34" charset="-120"/>
              </a:rPr>
              <a:t>قرب جسدي</a:t>
            </a:r>
            <a:endParaRPr lang="ar-SA" sz="2000" dirty="0"/>
          </a:p>
        </p:txBody>
      </p:sp>
      <p:sp>
        <p:nvSpPr>
          <p:cNvPr id="22" name="Text 16"/>
          <p:cNvSpPr txBox="1"/>
          <p:nvPr/>
        </p:nvSpPr>
        <p:spPr>
          <a:xfrm>
            <a:off x="640080" y="7132320"/>
            <a:ext cx="2514600" cy="640080"/>
          </a:xfrm>
          <a:prstGeom prst="rect">
            <a:avLst/>
          </a:prstGeom>
          <a:noFill/>
          <a:ln/>
        </p:spPr>
        <p:txBody>
          <a:bodyPr wrap="square" lIns="0" tIns="0" rIns="0" bIns="0" rtlCol="0" anchor="ctr"/>
          <a:lstStyle/>
          <a:p>
            <a:pPr rtl="1" algn="ctr" indent="0" marL="0">
              <a:buNone/>
            </a:pPr>
            <a:r>
              <a:rPr lang="ar-SA" altLang="en-US" sz="2000" b="1" dirty="0">
                <a:solidFill>
                  <a:srgbClr val="C4B3D2"/>
                </a:solidFill>
                <a:latin typeface="Arial" pitchFamily="34" charset="0"/>
                <a:ea typeface="Arial" pitchFamily="34" charset="-122"/>
                <a:cs typeface="Arial" pitchFamily="34" charset="-120"/>
              </a:rPr>
              <a:t>دفء عاطفي</a:t>
            </a:r>
            <a:endParaRPr lang="ar-SA" sz="2000" dirty="0"/>
          </a:p>
        </p:txBody>
      </p:sp>
      <p:sp>
        <p:nvSpPr>
          <p:cNvPr id="23" name="Shape 17"/>
          <p:cNvSpPr/>
          <p:nvPr/>
        </p:nvSpPr>
        <p:spPr>
          <a:xfrm>
            <a:off x="3566160" y="8229600"/>
            <a:ext cx="2788920" cy="1874520"/>
          </a:xfrm>
          <a:prstGeom prst="roundRect">
            <a:avLst>
              <a:gd name="adj" fmla="val 8780"/>
            </a:avLst>
          </a:prstGeom>
          <a:solidFill>
            <a:srgbClr val="2B1F45"/>
          </a:solidFill>
          <a:ln w="12700">
            <a:solidFill>
              <a:srgbClr val="2B1F45"/>
            </a:solidFill>
            <a:prstDash val="solid"/>
          </a:ln>
        </p:spPr>
      </p:sp>
      <p:sp>
        <p:nvSpPr>
          <p:cNvPr id="24" name="Shape 18"/>
          <p:cNvSpPr/>
          <p:nvPr/>
        </p:nvSpPr>
        <p:spPr>
          <a:xfrm>
            <a:off x="502920" y="8229600"/>
            <a:ext cx="2788920" cy="1874520"/>
          </a:xfrm>
          <a:prstGeom prst="roundRect">
            <a:avLst>
              <a:gd name="adj" fmla="val 8780"/>
            </a:avLst>
          </a:prstGeom>
          <a:solidFill>
            <a:srgbClr val="2B1F45"/>
          </a:solidFill>
          <a:ln w="15875">
            <a:solidFill>
              <a:srgbClr val="E77E96"/>
            </a:solidFill>
            <a:prstDash val="dash"/>
          </a:ln>
        </p:spPr>
      </p:sp>
      <p:sp>
        <p:nvSpPr>
          <p:cNvPr id="25" name="Shape 19"/>
          <p:cNvSpPr/>
          <p:nvPr/>
        </p:nvSpPr>
        <p:spPr>
          <a:xfrm>
            <a:off x="4631436" y="8503920"/>
            <a:ext cx="658368" cy="658368"/>
          </a:xfrm>
          <a:prstGeom prst="ellipse">
            <a:avLst/>
          </a:prstGeom>
          <a:solidFill>
            <a:srgbClr val="F4A95F"/>
          </a:solidFill>
          <a:ln w="12700">
            <a:solidFill>
              <a:srgbClr val="F4A95F"/>
            </a:solidFill>
            <a:prstDash val="solid"/>
          </a:ln>
        </p:spPr>
      </p:sp>
      <p:pic>
        <p:nvPicPr>
          <p:cNvPr id="26" name="Image 4" descr="preencoded.png">    </p:cNvPr>
          <p:cNvPicPr>
            <a:picLocks noChangeAspect="1"/>
          </p:cNvPicPr>
          <p:nvPr/>
        </p:nvPicPr>
        <p:blipFill>
          <a:blip r:embed="rId6"/>
          <a:stretch>
            <a:fillRect/>
          </a:stretch>
        </p:blipFill>
        <p:spPr>
          <a:xfrm>
            <a:off x="4802612" y="8675096"/>
            <a:ext cx="316017" cy="316017"/>
          </a:xfrm>
          <a:prstGeom prst="rect">
            <a:avLst/>
          </a:prstGeom>
        </p:spPr>
      </p:pic>
      <p:pic>
        <p:nvPicPr>
          <p:cNvPr id="27" name="Image 5" descr="preencoded.png">    </p:cNvPr>
          <p:cNvPicPr>
            <a:picLocks noChangeAspect="1"/>
          </p:cNvPicPr>
          <p:nvPr/>
        </p:nvPicPr>
        <p:blipFill>
          <a:blip r:embed="rId7"/>
          <a:stretch>
            <a:fillRect/>
          </a:stretch>
        </p:blipFill>
        <p:spPr>
          <a:xfrm>
            <a:off x="1623060" y="8558784"/>
            <a:ext cx="548640" cy="548640"/>
          </a:xfrm>
          <a:prstGeom prst="rect">
            <a:avLst/>
          </a:prstGeom>
        </p:spPr>
      </p:pic>
      <p:sp>
        <p:nvSpPr>
          <p:cNvPr id="28" name="Text 20"/>
          <p:cNvSpPr txBox="1"/>
          <p:nvPr/>
        </p:nvSpPr>
        <p:spPr>
          <a:xfrm>
            <a:off x="3703320" y="9281160"/>
            <a:ext cx="2514600" cy="640080"/>
          </a:xfrm>
          <a:prstGeom prst="rect">
            <a:avLst/>
          </a:prstGeom>
          <a:noFill/>
          <a:ln/>
        </p:spPr>
        <p:txBody>
          <a:bodyPr wrap="square" lIns="0" tIns="0" rIns="0" bIns="0" rtlCol="0" anchor="ctr"/>
          <a:lstStyle/>
          <a:p>
            <a:pPr rtl="1" algn="ctr" indent="0" marL="0">
              <a:buNone/>
            </a:pPr>
            <a:r>
              <a:rPr lang="ar-SA" altLang="en-US" sz="2000" b="1" dirty="0">
                <a:solidFill>
                  <a:srgbClr val="FBF3F6"/>
                </a:solidFill>
                <a:latin typeface="Arial" pitchFamily="34" charset="0"/>
                <a:ea typeface="Arial" pitchFamily="34" charset="-122"/>
                <a:cs typeface="Arial" pitchFamily="34" charset="-120"/>
              </a:rPr>
              <a:t>حياة مشتركة</a:t>
            </a:r>
            <a:endParaRPr lang="ar-SA" sz="2000" dirty="0"/>
          </a:p>
        </p:txBody>
      </p:sp>
      <p:sp>
        <p:nvSpPr>
          <p:cNvPr id="29" name="Text 21"/>
          <p:cNvSpPr txBox="1"/>
          <p:nvPr/>
        </p:nvSpPr>
        <p:spPr>
          <a:xfrm>
            <a:off x="640080" y="9281160"/>
            <a:ext cx="2514600" cy="640080"/>
          </a:xfrm>
          <a:prstGeom prst="rect">
            <a:avLst/>
          </a:prstGeom>
          <a:noFill/>
          <a:ln/>
        </p:spPr>
        <p:txBody>
          <a:bodyPr wrap="square" lIns="0" tIns="0" rIns="0" bIns="0" rtlCol="0" anchor="ctr"/>
          <a:lstStyle/>
          <a:p>
            <a:pPr rtl="1" algn="ctr" indent="0" marL="0">
              <a:buNone/>
            </a:pPr>
            <a:r>
              <a:rPr lang="ar-SA" altLang="en-US" sz="2000" b="1" dirty="0">
                <a:solidFill>
                  <a:srgbClr val="C4B3D2"/>
                </a:solidFill>
                <a:latin typeface="Arial" pitchFamily="34" charset="0"/>
                <a:ea typeface="Arial" pitchFamily="34" charset="-122"/>
                <a:cs typeface="Arial" pitchFamily="34" charset="-120"/>
              </a:rPr>
              <a:t>الرفقة والاحتواء</a:t>
            </a:r>
            <a:endParaRPr lang="ar-SA" sz="2000" dirty="0"/>
          </a:p>
        </p:txBody>
      </p:sp>
      <p:sp>
        <p:nvSpPr>
          <p:cNvPr id="30" name="Text 22"/>
          <p:cNvSpPr txBox="1"/>
          <p:nvPr/>
        </p:nvSpPr>
        <p:spPr>
          <a:xfrm>
            <a:off x="502920" y="10469880"/>
            <a:ext cx="5852160" cy="914400"/>
          </a:xfrm>
          <a:prstGeom prst="rect">
            <a:avLst/>
          </a:prstGeom>
          <a:noFill/>
          <a:ln/>
        </p:spPr>
        <p:txBody>
          <a:bodyPr wrap="square" lIns="0" tIns="0" rIns="0" bIns="0" rtlCol="0" anchor="t"/>
          <a:lstStyle/>
          <a:p>
            <a:pPr rtl="1" algn="ctr" indent="0" marL="0">
              <a:buNone/>
            </a:pPr>
            <a:r>
              <a:rPr lang="ar-SA" altLang="en-US" sz="1600" i="1" dirty="0">
                <a:solidFill>
                  <a:srgbClr val="C4B3D2"/>
                </a:solidFill>
                <a:latin typeface="Arial" pitchFamily="34" charset="0"/>
                <a:ea typeface="Arial" pitchFamily="34" charset="-122"/>
                <a:cs typeface="Arial" pitchFamily="34" charset="-120"/>
              </a:rPr>
              <a:t>موضوع يحتاج إلى شجاعة، لأنه يحدث داخل بيوت كثيرة دون أن يتحدث عنه أحد.</a:t>
            </a:r>
            <a:endParaRPr lang="ar-SA"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02920" y="566928"/>
            <a:ext cx="329184" cy="329184"/>
          </a:xfrm>
          <a:prstGeom prst="ellipse">
            <a:avLst/>
          </a:prstGeom>
          <a:ln w="19050">
            <a:solidFill>
              <a:srgbClr val="E77E96"/>
            </a:solidFill>
            <a:prstDash val="solid"/>
          </a:ln>
        </p:spPr>
      </p:sp>
      <p:sp>
        <p:nvSpPr>
          <p:cNvPr id="3" name="Shape 1"/>
          <p:cNvSpPr/>
          <p:nvPr/>
        </p:nvSpPr>
        <p:spPr>
          <a:xfrm>
            <a:off x="733349" y="566928"/>
            <a:ext cx="329184" cy="329184"/>
          </a:xfrm>
          <a:prstGeom prst="ellipse">
            <a:avLst/>
          </a:prstGeom>
          <a:ln w="19050">
            <a:solidFill>
              <a:srgbClr val="F4A95F"/>
            </a:solidFill>
            <a:prstDash val="solid"/>
          </a:ln>
        </p:spPr>
      </p:sp>
      <p:sp>
        <p:nvSpPr>
          <p:cNvPr id="4" name="Text 2"/>
          <p:cNvSpPr txBox="1"/>
          <p:nvPr/>
        </p:nvSpPr>
        <p:spPr>
          <a:xfrm>
            <a:off x="1161288" y="566928"/>
            <a:ext cx="1280160" cy="329184"/>
          </a:xfrm>
          <a:prstGeom prst="rect">
            <a:avLst/>
          </a:prstGeom>
          <a:noFill/>
          <a:ln/>
        </p:spPr>
        <p:txBody>
          <a:bodyPr wrap="square" lIns="0" tIns="0" rIns="0" bIns="0" rtlCol="0" anchor="ctr"/>
          <a:lstStyle/>
          <a:p>
            <a:pPr algn="l" indent="0" marL="0">
              <a:buNone/>
            </a:pPr>
            <a:r>
              <a:rPr lang="en-US" altLang="en-US" sz="1100" dirty="0">
                <a:solidFill>
                  <a:srgbClr val="C4B3D2"/>
                </a:solidFill>
                <a:latin typeface="Arial" pitchFamily="34" charset="0"/>
                <a:ea typeface="Arial" pitchFamily="34" charset="-122"/>
                <a:cs typeface="Arial" pitchFamily="34" charset="-120"/>
              </a:rPr>
              <a:t>06 / 21</a:t>
            </a:r>
            <a:endParaRPr lang="en-US" sz="1100" dirty="0"/>
          </a:p>
        </p:txBody>
      </p:sp>
      <p:sp>
        <p:nvSpPr>
          <p:cNvPr id="5" name="Text 3"/>
          <p:cNvSpPr txBox="1"/>
          <p:nvPr/>
        </p:nvSpPr>
        <p:spPr>
          <a:xfrm>
            <a:off x="2514600" y="566928"/>
            <a:ext cx="3840480" cy="329184"/>
          </a:xfrm>
          <a:prstGeom prst="rect">
            <a:avLst/>
          </a:prstGeom>
          <a:noFill/>
          <a:ln/>
        </p:spPr>
        <p:txBody>
          <a:bodyPr wrap="square" lIns="0" tIns="0" rIns="0" bIns="0" rtlCol="0" anchor="ctr"/>
          <a:lstStyle/>
          <a:p>
            <a:pPr rtl="1" algn="r" indent="0" marL="0">
              <a:buNone/>
            </a:pPr>
            <a:r>
              <a:rPr lang="ar-SA" altLang="en-US" sz="1400" b="1" dirty="0">
                <a:solidFill>
                  <a:srgbClr val="F4A95F"/>
                </a:solidFill>
                <a:latin typeface="Arial" pitchFamily="34" charset="0"/>
                <a:ea typeface="Arial" pitchFamily="34" charset="-122"/>
                <a:cs typeface="Arial" pitchFamily="34" charset="-120"/>
              </a:rPr>
              <a:t>الكوتش يسرى</a:t>
            </a:r>
            <a:endParaRPr lang="ar-SA" sz="1400" dirty="0"/>
          </a:p>
        </p:txBody>
      </p:sp>
      <p:sp>
        <p:nvSpPr>
          <p:cNvPr id="6" name="Text 4"/>
          <p:cNvSpPr txBox="1"/>
          <p:nvPr/>
        </p:nvSpPr>
        <p:spPr>
          <a:xfrm>
            <a:off x="502920" y="1143000"/>
            <a:ext cx="5852160" cy="1737360"/>
          </a:xfrm>
          <a:prstGeom prst="rect">
            <a:avLst/>
          </a:prstGeom>
          <a:noFill/>
          <a:ln/>
        </p:spPr>
        <p:txBody>
          <a:bodyPr wrap="square" lIns="0" tIns="0" rIns="0" bIns="0" rtlCol="0" anchor="t"/>
          <a:lstStyle/>
          <a:p>
            <a:pPr rtl="1" algn="r" indent="0" marL="0">
              <a:lnSpc>
                <a:spcPct val="105000"/>
              </a:lnSpc>
              <a:buNone/>
            </a:pPr>
            <a:r>
              <a:rPr lang="ar-SA" altLang="en-US" sz="3200" b="1" dirty="0">
                <a:solidFill>
                  <a:srgbClr val="FBF3F6"/>
                </a:solidFill>
                <a:latin typeface="Arial" pitchFamily="34" charset="0"/>
                <a:ea typeface="Arial" pitchFamily="34" charset="-122"/>
                <a:cs typeface="Arial" pitchFamily="34" charset="-120"/>
              </a:rPr>
              <a:t>العلاقة ليست مجرد استمرار للحياة اليومية</a:t>
            </a:r>
            <a:endParaRPr lang="ar-SA" sz="3200" dirty="0"/>
          </a:p>
        </p:txBody>
      </p:sp>
      <p:sp>
        <p:nvSpPr>
          <p:cNvPr id="7" name="Text 5"/>
          <p:cNvSpPr txBox="1"/>
          <p:nvPr/>
        </p:nvSpPr>
        <p:spPr>
          <a:xfrm>
            <a:off x="502920" y="3154680"/>
            <a:ext cx="5852160" cy="457200"/>
          </a:xfrm>
          <a:prstGeom prst="rect">
            <a:avLst/>
          </a:prstGeom>
          <a:noFill/>
          <a:ln/>
        </p:spPr>
        <p:txBody>
          <a:bodyPr wrap="square" lIns="0" tIns="0" rIns="0" bIns="0" rtlCol="0" anchor="t"/>
          <a:lstStyle/>
          <a:p>
            <a:pPr rtl="1" algn="r" indent="0" marL="0">
              <a:buNone/>
            </a:pPr>
            <a:r>
              <a:rPr lang="ar-SA" altLang="en-US" sz="1900" b="1" dirty="0">
                <a:solidFill>
                  <a:srgbClr val="F4A95F"/>
                </a:solidFill>
                <a:latin typeface="Arial" pitchFamily="34" charset="0"/>
                <a:ea typeface="Arial" pitchFamily="34" charset="-122"/>
                <a:cs typeface="Arial" pitchFamily="34" charset="-120"/>
              </a:rPr>
              <a:t>العلاقة تحتاج إلى:</a:t>
            </a:r>
            <a:endParaRPr lang="ar-SA" sz="1900" dirty="0"/>
          </a:p>
        </p:txBody>
      </p:sp>
      <p:sp>
        <p:nvSpPr>
          <p:cNvPr id="8" name="Shape 6"/>
          <p:cNvSpPr/>
          <p:nvPr/>
        </p:nvSpPr>
        <p:spPr>
          <a:xfrm>
            <a:off x="3566160" y="3840480"/>
            <a:ext cx="2788920" cy="2743200"/>
          </a:xfrm>
          <a:prstGeom prst="roundRect">
            <a:avLst>
              <a:gd name="adj" fmla="val 6000"/>
            </a:avLst>
          </a:prstGeom>
          <a:solidFill>
            <a:srgbClr val="2B1F45"/>
          </a:solidFill>
          <a:ln w="12700">
            <a:solidFill>
              <a:srgbClr val="2B1F45"/>
            </a:solidFill>
            <a:prstDash val="solid"/>
          </a:ln>
        </p:spPr>
      </p:sp>
      <p:sp>
        <p:nvSpPr>
          <p:cNvPr id="9" name="Shape 7"/>
          <p:cNvSpPr/>
          <p:nvPr/>
        </p:nvSpPr>
        <p:spPr>
          <a:xfrm>
            <a:off x="4503420" y="4343400"/>
            <a:ext cx="1005840" cy="1005840"/>
          </a:xfrm>
          <a:prstGeom prst="ellipse">
            <a:avLst/>
          </a:prstGeom>
          <a:solidFill>
            <a:srgbClr val="F4A95F"/>
          </a:solidFill>
          <a:ln w="12700">
            <a:solidFill>
              <a:srgbClr val="F4A95F"/>
            </a:solidFill>
            <a:prstDash val="solid"/>
          </a:ln>
        </p:spPr>
      </p:sp>
      <p:pic>
        <p:nvPicPr>
          <p:cNvPr id="10" name="Image 0" descr="preencoded.png">    </p:cNvPr>
          <p:cNvPicPr>
            <a:picLocks noChangeAspect="1"/>
          </p:cNvPicPr>
          <p:nvPr/>
        </p:nvPicPr>
        <p:blipFill>
          <a:blip r:embed="rId2"/>
          <a:stretch>
            <a:fillRect/>
          </a:stretch>
        </p:blipFill>
        <p:spPr>
          <a:xfrm>
            <a:off x="4764938" y="4604918"/>
            <a:ext cx="482803" cy="482803"/>
          </a:xfrm>
          <a:prstGeom prst="rect">
            <a:avLst/>
          </a:prstGeom>
        </p:spPr>
      </p:pic>
      <p:sp>
        <p:nvSpPr>
          <p:cNvPr id="11" name="Text 8"/>
          <p:cNvSpPr txBox="1"/>
          <p:nvPr/>
        </p:nvSpPr>
        <p:spPr>
          <a:xfrm>
            <a:off x="3749040" y="5532120"/>
            <a:ext cx="2423160" cy="822960"/>
          </a:xfrm>
          <a:prstGeom prst="rect">
            <a:avLst/>
          </a:prstGeom>
          <a:noFill/>
          <a:ln/>
        </p:spPr>
        <p:txBody>
          <a:bodyPr wrap="square" lIns="0" tIns="0" rIns="0" bIns="0" rtlCol="0" anchor="ctr"/>
          <a:lstStyle/>
          <a:p>
            <a:pPr rtl="1" algn="ctr" indent="0" marL="0">
              <a:buNone/>
            </a:pPr>
            <a:r>
              <a:rPr lang="ar-SA" altLang="en-US" sz="2400" b="1" dirty="0">
                <a:solidFill>
                  <a:srgbClr val="FBF3F6"/>
                </a:solidFill>
                <a:latin typeface="Arial" pitchFamily="34" charset="0"/>
                <a:ea typeface="Arial" pitchFamily="34" charset="-122"/>
                <a:cs typeface="Arial" pitchFamily="34" charset="-120"/>
              </a:rPr>
              <a:t>حضور</a:t>
            </a:r>
            <a:endParaRPr lang="ar-SA" sz="2400" dirty="0"/>
          </a:p>
        </p:txBody>
      </p:sp>
      <p:sp>
        <p:nvSpPr>
          <p:cNvPr id="12" name="Shape 9"/>
          <p:cNvSpPr/>
          <p:nvPr/>
        </p:nvSpPr>
        <p:spPr>
          <a:xfrm>
            <a:off x="502920" y="3840480"/>
            <a:ext cx="2788920" cy="2743200"/>
          </a:xfrm>
          <a:prstGeom prst="roundRect">
            <a:avLst>
              <a:gd name="adj" fmla="val 6000"/>
            </a:avLst>
          </a:prstGeom>
          <a:solidFill>
            <a:srgbClr val="2B1F45"/>
          </a:solidFill>
          <a:ln w="12700">
            <a:solidFill>
              <a:srgbClr val="2B1F45"/>
            </a:solidFill>
            <a:prstDash val="solid"/>
          </a:ln>
        </p:spPr>
      </p:sp>
      <p:sp>
        <p:nvSpPr>
          <p:cNvPr id="13" name="Shape 10"/>
          <p:cNvSpPr/>
          <p:nvPr/>
        </p:nvSpPr>
        <p:spPr>
          <a:xfrm>
            <a:off x="1440180" y="4343400"/>
            <a:ext cx="1005840" cy="1005840"/>
          </a:xfrm>
          <a:prstGeom prst="ellipse">
            <a:avLst/>
          </a:prstGeom>
          <a:solidFill>
            <a:srgbClr val="E77E96"/>
          </a:solidFill>
          <a:ln w="12700">
            <a:solidFill>
              <a:srgbClr val="E77E96"/>
            </a:solidFill>
            <a:prstDash val="solid"/>
          </a:ln>
        </p:spPr>
      </p:sp>
      <p:pic>
        <p:nvPicPr>
          <p:cNvPr id="14" name="Image 1" descr="preencoded.png">    </p:cNvPr>
          <p:cNvPicPr>
            <a:picLocks noChangeAspect="1"/>
          </p:cNvPicPr>
          <p:nvPr/>
        </p:nvPicPr>
        <p:blipFill>
          <a:blip r:embed="rId3"/>
          <a:stretch>
            <a:fillRect/>
          </a:stretch>
        </p:blipFill>
        <p:spPr>
          <a:xfrm>
            <a:off x="1701698" y="4604918"/>
            <a:ext cx="482803" cy="482803"/>
          </a:xfrm>
          <a:prstGeom prst="rect">
            <a:avLst/>
          </a:prstGeom>
        </p:spPr>
      </p:pic>
      <p:sp>
        <p:nvSpPr>
          <p:cNvPr id="15" name="Text 11"/>
          <p:cNvSpPr txBox="1"/>
          <p:nvPr/>
        </p:nvSpPr>
        <p:spPr>
          <a:xfrm>
            <a:off x="685800" y="5532120"/>
            <a:ext cx="2423160" cy="822960"/>
          </a:xfrm>
          <a:prstGeom prst="rect">
            <a:avLst/>
          </a:prstGeom>
          <a:noFill/>
          <a:ln/>
        </p:spPr>
        <p:txBody>
          <a:bodyPr wrap="square" lIns="0" tIns="0" rIns="0" bIns="0" rtlCol="0" anchor="ctr"/>
          <a:lstStyle/>
          <a:p>
            <a:pPr rtl="1" algn="ctr" indent="0" marL="0">
              <a:buNone/>
            </a:pPr>
            <a:r>
              <a:rPr lang="ar-SA" altLang="en-US" sz="2400" b="1" dirty="0">
                <a:solidFill>
                  <a:srgbClr val="FBF3F6"/>
                </a:solidFill>
                <a:latin typeface="Arial" pitchFamily="34" charset="0"/>
                <a:ea typeface="Arial" pitchFamily="34" charset="-122"/>
                <a:cs typeface="Arial" pitchFamily="34" charset="-120"/>
              </a:rPr>
              <a:t>تواصل</a:t>
            </a:r>
            <a:endParaRPr lang="ar-SA" sz="2400" dirty="0"/>
          </a:p>
        </p:txBody>
      </p:sp>
      <p:sp>
        <p:nvSpPr>
          <p:cNvPr id="16" name="Shape 12"/>
          <p:cNvSpPr/>
          <p:nvPr/>
        </p:nvSpPr>
        <p:spPr>
          <a:xfrm>
            <a:off x="3566160" y="6858000"/>
            <a:ext cx="2788920" cy="2743200"/>
          </a:xfrm>
          <a:prstGeom prst="roundRect">
            <a:avLst>
              <a:gd name="adj" fmla="val 6000"/>
            </a:avLst>
          </a:prstGeom>
          <a:solidFill>
            <a:srgbClr val="2B1F45"/>
          </a:solidFill>
          <a:ln w="12700">
            <a:solidFill>
              <a:srgbClr val="2B1F45"/>
            </a:solidFill>
            <a:prstDash val="solid"/>
          </a:ln>
        </p:spPr>
      </p:sp>
      <p:sp>
        <p:nvSpPr>
          <p:cNvPr id="17" name="Shape 13"/>
          <p:cNvSpPr/>
          <p:nvPr/>
        </p:nvSpPr>
        <p:spPr>
          <a:xfrm>
            <a:off x="4503420" y="7360920"/>
            <a:ext cx="1005840" cy="1005840"/>
          </a:xfrm>
          <a:prstGeom prst="ellipse">
            <a:avLst/>
          </a:prstGeom>
          <a:solidFill>
            <a:srgbClr val="F4A95F"/>
          </a:solidFill>
          <a:ln w="12700">
            <a:solidFill>
              <a:srgbClr val="F4A95F"/>
            </a:solidFill>
            <a:prstDash val="solid"/>
          </a:ln>
        </p:spPr>
      </p:sp>
      <p:pic>
        <p:nvPicPr>
          <p:cNvPr id="18" name="Image 2" descr="preencoded.png">    </p:cNvPr>
          <p:cNvPicPr>
            <a:picLocks noChangeAspect="1"/>
          </p:cNvPicPr>
          <p:nvPr/>
        </p:nvPicPr>
        <p:blipFill>
          <a:blip r:embed="rId4"/>
          <a:stretch>
            <a:fillRect/>
          </a:stretch>
        </p:blipFill>
        <p:spPr>
          <a:xfrm>
            <a:off x="4764938" y="7622438"/>
            <a:ext cx="482803" cy="482803"/>
          </a:xfrm>
          <a:prstGeom prst="rect">
            <a:avLst/>
          </a:prstGeom>
        </p:spPr>
      </p:pic>
      <p:sp>
        <p:nvSpPr>
          <p:cNvPr id="19" name="Text 14"/>
          <p:cNvSpPr txBox="1"/>
          <p:nvPr/>
        </p:nvSpPr>
        <p:spPr>
          <a:xfrm>
            <a:off x="3749040" y="8549640"/>
            <a:ext cx="2423160" cy="822960"/>
          </a:xfrm>
          <a:prstGeom prst="rect">
            <a:avLst/>
          </a:prstGeom>
          <a:noFill/>
          <a:ln/>
        </p:spPr>
        <p:txBody>
          <a:bodyPr wrap="square" lIns="0" tIns="0" rIns="0" bIns="0" rtlCol="0" anchor="ctr"/>
          <a:lstStyle/>
          <a:p>
            <a:pPr rtl="1" algn="ctr" indent="0" marL="0">
              <a:buNone/>
            </a:pPr>
            <a:r>
              <a:rPr lang="ar-SA" altLang="en-US" sz="2400" b="1" dirty="0">
                <a:solidFill>
                  <a:srgbClr val="FBF3F6"/>
                </a:solidFill>
                <a:latin typeface="Arial" pitchFamily="34" charset="0"/>
                <a:ea typeface="Arial" pitchFamily="34" charset="-122"/>
                <a:cs typeface="Arial" pitchFamily="34" charset="-120"/>
              </a:rPr>
              <a:t>اهتمام</a:t>
            </a:r>
            <a:endParaRPr lang="ar-SA" sz="2400" dirty="0"/>
          </a:p>
        </p:txBody>
      </p:sp>
      <p:sp>
        <p:nvSpPr>
          <p:cNvPr id="20" name="Shape 15"/>
          <p:cNvSpPr/>
          <p:nvPr/>
        </p:nvSpPr>
        <p:spPr>
          <a:xfrm>
            <a:off x="502920" y="6858000"/>
            <a:ext cx="2788920" cy="2743200"/>
          </a:xfrm>
          <a:prstGeom prst="roundRect">
            <a:avLst>
              <a:gd name="adj" fmla="val 6000"/>
            </a:avLst>
          </a:prstGeom>
          <a:solidFill>
            <a:srgbClr val="362757"/>
          </a:solidFill>
          <a:ln w="12700">
            <a:solidFill>
              <a:srgbClr val="362757"/>
            </a:solidFill>
            <a:prstDash val="solid"/>
          </a:ln>
        </p:spPr>
      </p:sp>
      <p:sp>
        <p:nvSpPr>
          <p:cNvPr id="21" name="Shape 16"/>
          <p:cNvSpPr/>
          <p:nvPr/>
        </p:nvSpPr>
        <p:spPr>
          <a:xfrm>
            <a:off x="1440180" y="7360920"/>
            <a:ext cx="1005840" cy="1005840"/>
          </a:xfrm>
          <a:prstGeom prst="ellipse">
            <a:avLst/>
          </a:prstGeom>
          <a:solidFill>
            <a:srgbClr val="E77E96"/>
          </a:solidFill>
          <a:ln w="12700">
            <a:solidFill>
              <a:srgbClr val="E77E96"/>
            </a:solidFill>
            <a:prstDash val="solid"/>
          </a:ln>
        </p:spPr>
      </p:sp>
      <p:pic>
        <p:nvPicPr>
          <p:cNvPr id="22" name="Image 3" descr="preencoded.png">    </p:cNvPr>
          <p:cNvPicPr>
            <a:picLocks noChangeAspect="1"/>
          </p:cNvPicPr>
          <p:nvPr/>
        </p:nvPicPr>
        <p:blipFill>
          <a:blip r:embed="rId5"/>
          <a:stretch>
            <a:fillRect/>
          </a:stretch>
        </p:blipFill>
        <p:spPr>
          <a:xfrm>
            <a:off x="1701698" y="7622438"/>
            <a:ext cx="482803" cy="482803"/>
          </a:xfrm>
          <a:prstGeom prst="rect">
            <a:avLst/>
          </a:prstGeom>
        </p:spPr>
      </p:pic>
      <p:sp>
        <p:nvSpPr>
          <p:cNvPr id="23" name="Text 17"/>
          <p:cNvSpPr txBox="1"/>
          <p:nvPr/>
        </p:nvSpPr>
        <p:spPr>
          <a:xfrm>
            <a:off x="685800" y="8549640"/>
            <a:ext cx="2423160" cy="822960"/>
          </a:xfrm>
          <a:prstGeom prst="rect">
            <a:avLst/>
          </a:prstGeom>
          <a:noFill/>
          <a:ln/>
        </p:spPr>
        <p:txBody>
          <a:bodyPr wrap="square" lIns="0" tIns="0" rIns="0" bIns="0" rtlCol="0" anchor="ctr"/>
          <a:lstStyle/>
          <a:p>
            <a:pPr rtl="1" algn="ctr" indent="0" marL="0">
              <a:buNone/>
            </a:pPr>
            <a:r>
              <a:rPr lang="ar-SA" altLang="en-US" sz="1800" b="1" dirty="0">
                <a:solidFill>
                  <a:srgbClr val="FBF3F6"/>
                </a:solidFill>
                <a:latin typeface="Arial" pitchFamily="34" charset="0"/>
                <a:ea typeface="Arial" pitchFamily="34" charset="-122"/>
                <a:cs typeface="Arial" pitchFamily="34" charset="-120"/>
              </a:rPr>
              <a:t>أن يُرى ويُسمع ويُفهم</a:t>
            </a:r>
            <a:endParaRPr lang="ar-SA" sz="1800" dirty="0"/>
          </a:p>
        </p:txBody>
      </p:sp>
      <p:sp>
        <p:nvSpPr>
          <p:cNvPr id="24" name="Text 18"/>
          <p:cNvSpPr txBox="1"/>
          <p:nvPr/>
        </p:nvSpPr>
        <p:spPr>
          <a:xfrm>
            <a:off x="502920" y="10058400"/>
            <a:ext cx="5852160" cy="914400"/>
          </a:xfrm>
          <a:prstGeom prst="rect">
            <a:avLst/>
          </a:prstGeom>
          <a:noFill/>
          <a:ln/>
        </p:spPr>
        <p:txBody>
          <a:bodyPr wrap="square" lIns="0" tIns="0" rIns="0" bIns="0" rtlCol="0" anchor="t"/>
          <a:lstStyle/>
          <a:p>
            <a:pPr rtl="1" algn="ctr" indent="0" marL="0">
              <a:buNone/>
            </a:pPr>
            <a:r>
              <a:rPr lang="ar-SA" altLang="en-US" sz="1900" i="1" dirty="0">
                <a:solidFill>
                  <a:srgbClr val="C4B3D2"/>
                </a:solidFill>
                <a:latin typeface="Arial" pitchFamily="34" charset="0"/>
                <a:ea typeface="Arial" pitchFamily="34" charset="-122"/>
                <a:cs typeface="Arial" pitchFamily="34" charset="-120"/>
              </a:rPr>
              <a:t>أن يشعر كل طرف بأنه يرى الآخر ويسمعه ويفهمه.</a:t>
            </a:r>
            <a:endParaRPr lang="ar-SA"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02920" y="566928"/>
            <a:ext cx="329184" cy="329184"/>
          </a:xfrm>
          <a:prstGeom prst="ellipse">
            <a:avLst/>
          </a:prstGeom>
          <a:ln w="19050">
            <a:solidFill>
              <a:srgbClr val="E77E96"/>
            </a:solidFill>
            <a:prstDash val="solid"/>
          </a:ln>
        </p:spPr>
      </p:sp>
      <p:sp>
        <p:nvSpPr>
          <p:cNvPr id="3" name="Shape 1"/>
          <p:cNvSpPr/>
          <p:nvPr/>
        </p:nvSpPr>
        <p:spPr>
          <a:xfrm>
            <a:off x="733349" y="566928"/>
            <a:ext cx="329184" cy="329184"/>
          </a:xfrm>
          <a:prstGeom prst="ellipse">
            <a:avLst/>
          </a:prstGeom>
          <a:ln w="19050">
            <a:solidFill>
              <a:srgbClr val="F4A95F"/>
            </a:solidFill>
            <a:prstDash val="solid"/>
          </a:ln>
        </p:spPr>
      </p:sp>
      <p:sp>
        <p:nvSpPr>
          <p:cNvPr id="4" name="Text 2"/>
          <p:cNvSpPr txBox="1"/>
          <p:nvPr/>
        </p:nvSpPr>
        <p:spPr>
          <a:xfrm>
            <a:off x="1161288" y="566928"/>
            <a:ext cx="1280160" cy="329184"/>
          </a:xfrm>
          <a:prstGeom prst="rect">
            <a:avLst/>
          </a:prstGeom>
          <a:noFill/>
          <a:ln/>
        </p:spPr>
        <p:txBody>
          <a:bodyPr wrap="square" lIns="0" tIns="0" rIns="0" bIns="0" rtlCol="0" anchor="ctr"/>
          <a:lstStyle/>
          <a:p>
            <a:pPr algn="l" indent="0" marL="0">
              <a:buNone/>
            </a:pPr>
            <a:r>
              <a:rPr lang="en-US" altLang="en-US" sz="1100" dirty="0">
                <a:solidFill>
                  <a:srgbClr val="C4B3D2"/>
                </a:solidFill>
                <a:latin typeface="Arial" pitchFamily="34" charset="0"/>
                <a:ea typeface="Arial" pitchFamily="34" charset="-122"/>
                <a:cs typeface="Arial" pitchFamily="34" charset="-120"/>
              </a:rPr>
              <a:t>07 / 21</a:t>
            </a:r>
            <a:endParaRPr lang="en-US" sz="1100" dirty="0"/>
          </a:p>
        </p:txBody>
      </p:sp>
      <p:sp>
        <p:nvSpPr>
          <p:cNvPr id="5" name="Text 3"/>
          <p:cNvSpPr txBox="1"/>
          <p:nvPr/>
        </p:nvSpPr>
        <p:spPr>
          <a:xfrm>
            <a:off x="2514600" y="566928"/>
            <a:ext cx="3840480" cy="329184"/>
          </a:xfrm>
          <a:prstGeom prst="rect">
            <a:avLst/>
          </a:prstGeom>
          <a:noFill/>
          <a:ln/>
        </p:spPr>
        <p:txBody>
          <a:bodyPr wrap="square" lIns="0" tIns="0" rIns="0" bIns="0" rtlCol="0" anchor="ctr"/>
          <a:lstStyle/>
          <a:p>
            <a:pPr rtl="1" algn="r" indent="0" marL="0">
              <a:buNone/>
            </a:pPr>
            <a:r>
              <a:rPr lang="ar-SA" altLang="en-US" sz="1400" b="1" dirty="0">
                <a:solidFill>
                  <a:srgbClr val="F4A95F"/>
                </a:solidFill>
                <a:latin typeface="Arial" pitchFamily="34" charset="0"/>
                <a:ea typeface="Arial" pitchFamily="34" charset="-122"/>
                <a:cs typeface="Arial" pitchFamily="34" charset="-120"/>
              </a:rPr>
              <a:t>ماذا نعني بالعنوان؟</a:t>
            </a:r>
            <a:endParaRPr lang="ar-SA" sz="1400" dirty="0"/>
          </a:p>
        </p:txBody>
      </p:sp>
      <p:sp>
        <p:nvSpPr>
          <p:cNvPr id="6" name="Text 4"/>
          <p:cNvSpPr txBox="1"/>
          <p:nvPr/>
        </p:nvSpPr>
        <p:spPr>
          <a:xfrm>
            <a:off x="502920" y="1143000"/>
            <a:ext cx="5852160" cy="1234440"/>
          </a:xfrm>
          <a:prstGeom prst="rect">
            <a:avLst/>
          </a:prstGeom>
          <a:noFill/>
          <a:ln/>
        </p:spPr>
        <p:txBody>
          <a:bodyPr wrap="square" lIns="0" tIns="0" rIns="0" bIns="0" rtlCol="0" anchor="t"/>
          <a:lstStyle/>
          <a:p>
            <a:pPr rtl="1" algn="r" indent="0" marL="0">
              <a:lnSpc>
                <a:spcPct val="105000"/>
              </a:lnSpc>
              <a:buNone/>
            </a:pPr>
            <a:r>
              <a:rPr lang="ar-SA" altLang="en-US" sz="3200" b="1" dirty="0">
                <a:solidFill>
                  <a:srgbClr val="FBF3F6"/>
                </a:solidFill>
                <a:latin typeface="Arial" pitchFamily="34" charset="0"/>
                <a:ea typeface="Arial" pitchFamily="34" charset="-122"/>
                <a:cs typeface="Arial" pitchFamily="34" charset="-120"/>
              </a:rPr>
              <a:t>الكلام ليس هو التواصل</a:t>
            </a:r>
            <a:endParaRPr lang="ar-SA" sz="3200" dirty="0"/>
          </a:p>
        </p:txBody>
      </p:sp>
      <p:sp>
        <p:nvSpPr>
          <p:cNvPr id="7" name="Text 5"/>
          <p:cNvSpPr txBox="1"/>
          <p:nvPr/>
        </p:nvSpPr>
        <p:spPr>
          <a:xfrm>
            <a:off x="502920" y="2514600"/>
            <a:ext cx="5852160" cy="868680"/>
          </a:xfrm>
          <a:prstGeom prst="rect">
            <a:avLst/>
          </a:prstGeom>
          <a:noFill/>
          <a:ln/>
        </p:spPr>
        <p:txBody>
          <a:bodyPr wrap="square" lIns="0" tIns="0" rIns="0" bIns="0" rtlCol="0" anchor="t"/>
          <a:lstStyle/>
          <a:p>
            <a:pPr rtl="1" algn="r" indent="0" marL="0">
              <a:lnSpc>
                <a:spcPct val="110000"/>
              </a:lnSpc>
              <a:buNone/>
            </a:pPr>
            <a:r>
              <a:rPr lang="ar-SA" altLang="en-US" sz="1700" dirty="0">
                <a:solidFill>
                  <a:srgbClr val="C4B3D2"/>
                </a:solidFill>
                <a:latin typeface="Arial" pitchFamily="34" charset="0"/>
                <a:ea typeface="Arial" pitchFamily="34" charset="-122"/>
                <a:cs typeface="Arial" pitchFamily="34" charset="-120"/>
              </a:rPr>
              <a:t>قد يجلسان معًا كل مساء، وكل واحد منشغل بهاتفه... وحديثهما لا يتجاوز:</a:t>
            </a:r>
            <a:endParaRPr lang="ar-SA" sz="1700" dirty="0"/>
          </a:p>
        </p:txBody>
      </p:sp>
      <p:sp>
        <p:nvSpPr>
          <p:cNvPr id="8" name="Shape 6"/>
          <p:cNvSpPr/>
          <p:nvPr/>
        </p:nvSpPr>
        <p:spPr>
          <a:xfrm>
            <a:off x="2726741" y="3566160"/>
            <a:ext cx="3628339" cy="658368"/>
          </a:xfrm>
          <a:prstGeom prst="roundRect">
            <a:avLst>
              <a:gd name="adj" fmla="val 50000"/>
            </a:avLst>
          </a:prstGeom>
          <a:solidFill>
            <a:srgbClr val="2B1F45"/>
          </a:solidFill>
          <a:ln w="12700">
            <a:solidFill>
              <a:srgbClr val="2B1F45"/>
            </a:solidFill>
            <a:prstDash val="solid"/>
          </a:ln>
        </p:spPr>
      </p:sp>
      <p:pic>
        <p:nvPicPr>
          <p:cNvPr id="9" name="Image 0" descr="preencoded.png">    </p:cNvPr>
          <p:cNvPicPr>
            <a:picLocks noChangeAspect="1"/>
          </p:cNvPicPr>
          <p:nvPr/>
        </p:nvPicPr>
        <p:blipFill>
          <a:blip r:embed="rId2"/>
          <a:stretch>
            <a:fillRect/>
          </a:stretch>
        </p:blipFill>
        <p:spPr>
          <a:xfrm>
            <a:off x="5788152" y="3749040"/>
            <a:ext cx="292608" cy="292608"/>
          </a:xfrm>
          <a:prstGeom prst="rect">
            <a:avLst/>
          </a:prstGeom>
        </p:spPr>
      </p:pic>
      <p:sp>
        <p:nvSpPr>
          <p:cNvPr id="10" name="Text 7"/>
          <p:cNvSpPr txBox="1"/>
          <p:nvPr/>
        </p:nvSpPr>
        <p:spPr>
          <a:xfrm>
            <a:off x="3001061" y="3566160"/>
            <a:ext cx="2668219" cy="658368"/>
          </a:xfrm>
          <a:prstGeom prst="rect">
            <a:avLst/>
          </a:prstGeom>
          <a:noFill/>
          <a:ln/>
        </p:spPr>
        <p:txBody>
          <a:bodyPr wrap="square" lIns="0" tIns="0" rIns="0" bIns="0" rtlCol="0" anchor="ctr"/>
          <a:lstStyle/>
          <a:p>
            <a:pPr rtl="1" algn="r" indent="0" marL="0">
              <a:buNone/>
            </a:pPr>
            <a:r>
              <a:rPr lang="ar-SA" altLang="en-US" sz="1800" dirty="0">
                <a:solidFill>
                  <a:srgbClr val="FBF3F6"/>
                </a:solidFill>
                <a:latin typeface="Arial" pitchFamily="34" charset="0"/>
                <a:ea typeface="Arial" pitchFamily="34" charset="-122"/>
                <a:cs typeface="Arial" pitchFamily="34" charset="-120"/>
              </a:rPr>
              <a:t>ماذا سنأكل؟</a:t>
            </a:r>
            <a:endParaRPr lang="ar-SA" sz="1800" dirty="0"/>
          </a:p>
        </p:txBody>
      </p:sp>
      <p:sp>
        <p:nvSpPr>
          <p:cNvPr id="11" name="Shape 8"/>
          <p:cNvSpPr/>
          <p:nvPr/>
        </p:nvSpPr>
        <p:spPr>
          <a:xfrm>
            <a:off x="502920" y="4407408"/>
            <a:ext cx="3628339" cy="658368"/>
          </a:xfrm>
          <a:prstGeom prst="roundRect">
            <a:avLst>
              <a:gd name="adj" fmla="val 50000"/>
            </a:avLst>
          </a:prstGeom>
          <a:solidFill>
            <a:srgbClr val="2B1F45"/>
          </a:solidFill>
          <a:ln w="12700">
            <a:solidFill>
              <a:srgbClr val="2B1F45"/>
            </a:solidFill>
            <a:prstDash val="solid"/>
          </a:ln>
        </p:spPr>
      </p:sp>
      <p:pic>
        <p:nvPicPr>
          <p:cNvPr id="12" name="Image 1" descr="preencoded.png">    </p:cNvPr>
          <p:cNvPicPr>
            <a:picLocks noChangeAspect="1"/>
          </p:cNvPicPr>
          <p:nvPr/>
        </p:nvPicPr>
        <p:blipFill>
          <a:blip r:embed="rId3"/>
          <a:stretch>
            <a:fillRect/>
          </a:stretch>
        </p:blipFill>
        <p:spPr>
          <a:xfrm>
            <a:off x="3564331" y="4590288"/>
            <a:ext cx="292608" cy="292608"/>
          </a:xfrm>
          <a:prstGeom prst="rect">
            <a:avLst/>
          </a:prstGeom>
        </p:spPr>
      </p:pic>
      <p:sp>
        <p:nvSpPr>
          <p:cNvPr id="13" name="Text 9"/>
          <p:cNvSpPr txBox="1"/>
          <p:nvPr/>
        </p:nvSpPr>
        <p:spPr>
          <a:xfrm>
            <a:off x="777240" y="4407408"/>
            <a:ext cx="2668219" cy="658368"/>
          </a:xfrm>
          <a:prstGeom prst="rect">
            <a:avLst/>
          </a:prstGeom>
          <a:noFill/>
          <a:ln/>
        </p:spPr>
        <p:txBody>
          <a:bodyPr wrap="square" lIns="0" tIns="0" rIns="0" bIns="0" rtlCol="0" anchor="ctr"/>
          <a:lstStyle/>
          <a:p>
            <a:pPr rtl="1" algn="r" indent="0" marL="0">
              <a:buNone/>
            </a:pPr>
            <a:r>
              <a:rPr lang="ar-SA" altLang="en-US" sz="1800" dirty="0">
                <a:solidFill>
                  <a:srgbClr val="FBF3F6"/>
                </a:solidFill>
                <a:latin typeface="Arial" pitchFamily="34" charset="0"/>
                <a:ea typeface="Arial" pitchFamily="34" charset="-122"/>
                <a:cs typeface="Arial" pitchFamily="34" charset="-120"/>
              </a:rPr>
              <a:t>متى سيعود الأطفال؟</a:t>
            </a:r>
            <a:endParaRPr lang="ar-SA" sz="1800" dirty="0"/>
          </a:p>
        </p:txBody>
      </p:sp>
      <p:sp>
        <p:nvSpPr>
          <p:cNvPr id="14" name="Shape 10"/>
          <p:cNvSpPr/>
          <p:nvPr/>
        </p:nvSpPr>
        <p:spPr>
          <a:xfrm>
            <a:off x="2726741" y="5248656"/>
            <a:ext cx="3628339" cy="658368"/>
          </a:xfrm>
          <a:prstGeom prst="roundRect">
            <a:avLst>
              <a:gd name="adj" fmla="val 50000"/>
            </a:avLst>
          </a:prstGeom>
          <a:solidFill>
            <a:srgbClr val="2B1F45"/>
          </a:solidFill>
          <a:ln w="12700">
            <a:solidFill>
              <a:srgbClr val="2B1F45"/>
            </a:solidFill>
            <a:prstDash val="solid"/>
          </a:ln>
        </p:spPr>
      </p:sp>
      <p:pic>
        <p:nvPicPr>
          <p:cNvPr id="15" name="Image 2" descr="preencoded.png">    </p:cNvPr>
          <p:cNvPicPr>
            <a:picLocks noChangeAspect="1"/>
          </p:cNvPicPr>
          <p:nvPr/>
        </p:nvPicPr>
        <p:blipFill>
          <a:blip r:embed="rId4"/>
          <a:stretch>
            <a:fillRect/>
          </a:stretch>
        </p:blipFill>
        <p:spPr>
          <a:xfrm>
            <a:off x="5788152" y="5431536"/>
            <a:ext cx="292608" cy="292608"/>
          </a:xfrm>
          <a:prstGeom prst="rect">
            <a:avLst/>
          </a:prstGeom>
        </p:spPr>
      </p:pic>
      <p:sp>
        <p:nvSpPr>
          <p:cNvPr id="16" name="Text 11"/>
          <p:cNvSpPr txBox="1"/>
          <p:nvPr/>
        </p:nvSpPr>
        <p:spPr>
          <a:xfrm>
            <a:off x="3001061" y="5248656"/>
            <a:ext cx="2668219" cy="658368"/>
          </a:xfrm>
          <a:prstGeom prst="rect">
            <a:avLst/>
          </a:prstGeom>
          <a:noFill/>
          <a:ln/>
        </p:spPr>
        <p:txBody>
          <a:bodyPr wrap="square" lIns="0" tIns="0" rIns="0" bIns="0" rtlCol="0" anchor="ctr"/>
          <a:lstStyle/>
          <a:p>
            <a:pPr rtl="1" algn="r" indent="0" marL="0">
              <a:buNone/>
            </a:pPr>
            <a:r>
              <a:rPr lang="ar-SA" altLang="en-US" sz="1800" dirty="0">
                <a:solidFill>
                  <a:srgbClr val="FBF3F6"/>
                </a:solidFill>
                <a:latin typeface="Arial" pitchFamily="34" charset="0"/>
                <a:ea typeface="Arial" pitchFamily="34" charset="-122"/>
                <a:cs typeface="Arial" pitchFamily="34" charset="-120"/>
              </a:rPr>
              <a:t>ما هي المصاريف؟</a:t>
            </a:r>
            <a:endParaRPr lang="ar-SA" sz="1800" dirty="0"/>
          </a:p>
        </p:txBody>
      </p:sp>
      <p:sp>
        <p:nvSpPr>
          <p:cNvPr id="17" name="Shape 12"/>
          <p:cNvSpPr/>
          <p:nvPr/>
        </p:nvSpPr>
        <p:spPr>
          <a:xfrm>
            <a:off x="502920" y="6089904"/>
            <a:ext cx="3628339" cy="658368"/>
          </a:xfrm>
          <a:prstGeom prst="roundRect">
            <a:avLst>
              <a:gd name="adj" fmla="val 50000"/>
            </a:avLst>
          </a:prstGeom>
          <a:solidFill>
            <a:srgbClr val="2B1F45"/>
          </a:solidFill>
          <a:ln w="12700">
            <a:solidFill>
              <a:srgbClr val="2B1F45"/>
            </a:solidFill>
            <a:prstDash val="solid"/>
          </a:ln>
        </p:spPr>
      </p:sp>
      <p:pic>
        <p:nvPicPr>
          <p:cNvPr id="18" name="Image 3" descr="preencoded.png">    </p:cNvPr>
          <p:cNvPicPr>
            <a:picLocks noChangeAspect="1"/>
          </p:cNvPicPr>
          <p:nvPr/>
        </p:nvPicPr>
        <p:blipFill>
          <a:blip r:embed="rId5"/>
          <a:stretch>
            <a:fillRect/>
          </a:stretch>
        </p:blipFill>
        <p:spPr>
          <a:xfrm>
            <a:off x="3564331" y="6272784"/>
            <a:ext cx="292608" cy="292608"/>
          </a:xfrm>
          <a:prstGeom prst="rect">
            <a:avLst/>
          </a:prstGeom>
        </p:spPr>
      </p:pic>
      <p:sp>
        <p:nvSpPr>
          <p:cNvPr id="19" name="Text 13"/>
          <p:cNvSpPr txBox="1"/>
          <p:nvPr/>
        </p:nvSpPr>
        <p:spPr>
          <a:xfrm>
            <a:off x="777240" y="6089904"/>
            <a:ext cx="2668219" cy="658368"/>
          </a:xfrm>
          <a:prstGeom prst="rect">
            <a:avLst/>
          </a:prstGeom>
          <a:noFill/>
          <a:ln/>
        </p:spPr>
        <p:txBody>
          <a:bodyPr wrap="square" lIns="0" tIns="0" rIns="0" bIns="0" rtlCol="0" anchor="ctr"/>
          <a:lstStyle/>
          <a:p>
            <a:pPr rtl="1" algn="r" indent="0" marL="0">
              <a:buNone/>
            </a:pPr>
            <a:r>
              <a:rPr lang="ar-SA" altLang="en-US" sz="1800" dirty="0">
                <a:solidFill>
                  <a:srgbClr val="FBF3F6"/>
                </a:solidFill>
                <a:latin typeface="Arial" pitchFamily="34" charset="0"/>
                <a:ea typeface="Arial" pitchFamily="34" charset="-122"/>
                <a:cs typeface="Arial" pitchFamily="34" charset="-120"/>
              </a:rPr>
              <a:t>من سيذهب إلى العمل؟</a:t>
            </a:r>
            <a:endParaRPr lang="ar-SA" sz="1800" dirty="0"/>
          </a:p>
        </p:txBody>
      </p:sp>
      <p:sp>
        <p:nvSpPr>
          <p:cNvPr id="20" name="Shape 14"/>
          <p:cNvSpPr/>
          <p:nvPr/>
        </p:nvSpPr>
        <p:spPr>
          <a:xfrm>
            <a:off x="1790395" y="6931152"/>
            <a:ext cx="4564685" cy="658368"/>
          </a:xfrm>
          <a:prstGeom prst="roundRect">
            <a:avLst>
              <a:gd name="adj" fmla="val 50000"/>
            </a:avLst>
          </a:prstGeom>
          <a:solidFill>
            <a:srgbClr val="2B1F45"/>
          </a:solidFill>
          <a:ln w="12700">
            <a:solidFill>
              <a:srgbClr val="2B1F45"/>
            </a:solidFill>
            <a:prstDash val="solid"/>
          </a:ln>
        </p:spPr>
      </p:sp>
      <p:pic>
        <p:nvPicPr>
          <p:cNvPr id="21" name="Image 4" descr="preencoded.png">    </p:cNvPr>
          <p:cNvPicPr>
            <a:picLocks noChangeAspect="1"/>
          </p:cNvPicPr>
          <p:nvPr/>
        </p:nvPicPr>
        <p:blipFill>
          <a:blip r:embed="rId6"/>
          <a:stretch>
            <a:fillRect/>
          </a:stretch>
        </p:blipFill>
        <p:spPr>
          <a:xfrm>
            <a:off x="5788152" y="7114032"/>
            <a:ext cx="292608" cy="292608"/>
          </a:xfrm>
          <a:prstGeom prst="rect">
            <a:avLst/>
          </a:prstGeom>
        </p:spPr>
      </p:pic>
      <p:sp>
        <p:nvSpPr>
          <p:cNvPr id="22" name="Text 15"/>
          <p:cNvSpPr txBox="1"/>
          <p:nvPr/>
        </p:nvSpPr>
        <p:spPr>
          <a:xfrm>
            <a:off x="2064715" y="6931152"/>
            <a:ext cx="3604565" cy="658368"/>
          </a:xfrm>
          <a:prstGeom prst="rect">
            <a:avLst/>
          </a:prstGeom>
          <a:noFill/>
          <a:ln/>
        </p:spPr>
        <p:txBody>
          <a:bodyPr wrap="square" lIns="0" tIns="0" rIns="0" bIns="0" rtlCol="0" anchor="ctr"/>
          <a:lstStyle/>
          <a:p>
            <a:pPr rtl="1" algn="r" indent="0" marL="0">
              <a:buNone/>
            </a:pPr>
            <a:r>
              <a:rPr lang="ar-SA" altLang="en-US" sz="1800" dirty="0">
                <a:solidFill>
                  <a:srgbClr val="FBF3F6"/>
                </a:solidFill>
                <a:latin typeface="Arial" pitchFamily="34" charset="0"/>
                <a:ea typeface="Arial" pitchFamily="34" charset="-122"/>
                <a:cs typeface="Arial" pitchFamily="34" charset="-120"/>
              </a:rPr>
              <a:t>أين سنذهب في نهاية الأسبوع؟</a:t>
            </a:r>
            <a:endParaRPr lang="ar-SA" sz="1800" dirty="0"/>
          </a:p>
        </p:txBody>
      </p:sp>
      <p:sp>
        <p:nvSpPr>
          <p:cNvPr id="23" name="Text 16"/>
          <p:cNvSpPr txBox="1"/>
          <p:nvPr/>
        </p:nvSpPr>
        <p:spPr>
          <a:xfrm>
            <a:off x="502920" y="7955280"/>
            <a:ext cx="5852160" cy="914400"/>
          </a:xfrm>
          <a:prstGeom prst="rect">
            <a:avLst/>
          </a:prstGeom>
          <a:noFill/>
          <a:ln/>
        </p:spPr>
        <p:txBody>
          <a:bodyPr wrap="square" lIns="0" tIns="0" rIns="0" bIns="0" rtlCol="0" anchor="t"/>
          <a:lstStyle/>
          <a:p>
            <a:pPr rtl="1" algn="r" indent="0" marL="0">
              <a:lnSpc>
                <a:spcPct val="110000"/>
              </a:lnSpc>
              <a:buNone/>
            </a:pPr>
            <a:r>
              <a:rPr lang="ar-SA" altLang="en-US" sz="2100" b="1" dirty="0">
                <a:solidFill>
                  <a:srgbClr val="F4A95F"/>
                </a:solidFill>
                <a:latin typeface="Arial" pitchFamily="34" charset="0"/>
                <a:ea typeface="Arial" pitchFamily="34" charset="-122"/>
                <a:cs typeface="Arial" pitchFamily="34" charset="-120"/>
              </a:rPr>
              <a:t>أمور ضرورية، لكنها لا تصنع وحدها علاقة عاطفية عميقة.</a:t>
            </a:r>
            <a:endParaRPr lang="ar-SA" sz="2100" dirty="0"/>
          </a:p>
        </p:txBody>
      </p:sp>
      <p:sp>
        <p:nvSpPr>
          <p:cNvPr id="24" name="Shape 17"/>
          <p:cNvSpPr/>
          <p:nvPr/>
        </p:nvSpPr>
        <p:spPr>
          <a:xfrm>
            <a:off x="3566160" y="9144000"/>
            <a:ext cx="2788920" cy="2148840"/>
          </a:xfrm>
          <a:prstGeom prst="roundRect">
            <a:avLst>
              <a:gd name="adj" fmla="val 7660"/>
            </a:avLst>
          </a:prstGeom>
          <a:solidFill>
            <a:srgbClr val="2B1F45"/>
          </a:solidFill>
          <a:ln w="12700">
            <a:solidFill>
              <a:srgbClr val="2B1F45"/>
            </a:solidFill>
            <a:prstDash val="solid"/>
          </a:ln>
        </p:spPr>
      </p:sp>
      <p:sp>
        <p:nvSpPr>
          <p:cNvPr id="25" name="Shape 18"/>
          <p:cNvSpPr/>
          <p:nvPr/>
        </p:nvSpPr>
        <p:spPr>
          <a:xfrm>
            <a:off x="502920" y="9144000"/>
            <a:ext cx="2788920" cy="2148840"/>
          </a:xfrm>
          <a:prstGeom prst="roundRect">
            <a:avLst>
              <a:gd name="adj" fmla="val 7660"/>
            </a:avLst>
          </a:prstGeom>
          <a:solidFill>
            <a:srgbClr val="362757"/>
          </a:solidFill>
          <a:ln w="12700">
            <a:solidFill>
              <a:srgbClr val="362757"/>
            </a:solidFill>
            <a:prstDash val="solid"/>
          </a:ln>
        </p:spPr>
      </p:sp>
      <p:pic>
        <p:nvPicPr>
          <p:cNvPr id="26" name="Image 5" descr="preencoded.png">    </p:cNvPr>
          <p:cNvPicPr>
            <a:picLocks noChangeAspect="1"/>
          </p:cNvPicPr>
          <p:nvPr/>
        </p:nvPicPr>
        <p:blipFill>
          <a:blip r:embed="rId7"/>
          <a:stretch>
            <a:fillRect/>
          </a:stretch>
        </p:blipFill>
        <p:spPr>
          <a:xfrm>
            <a:off x="5669280" y="9418320"/>
            <a:ext cx="411480" cy="411480"/>
          </a:xfrm>
          <a:prstGeom prst="rect">
            <a:avLst/>
          </a:prstGeom>
        </p:spPr>
      </p:pic>
      <p:pic>
        <p:nvPicPr>
          <p:cNvPr id="27" name="Image 6" descr="preencoded.png">    </p:cNvPr>
          <p:cNvPicPr>
            <a:picLocks noChangeAspect="1"/>
          </p:cNvPicPr>
          <p:nvPr/>
        </p:nvPicPr>
        <p:blipFill>
          <a:blip r:embed="rId8"/>
          <a:stretch>
            <a:fillRect/>
          </a:stretch>
        </p:blipFill>
        <p:spPr>
          <a:xfrm>
            <a:off x="2606040" y="9418320"/>
            <a:ext cx="411480" cy="411480"/>
          </a:xfrm>
          <a:prstGeom prst="rect">
            <a:avLst/>
          </a:prstGeom>
        </p:spPr>
      </p:pic>
      <p:sp>
        <p:nvSpPr>
          <p:cNvPr id="28" name="Text 19"/>
          <p:cNvSpPr txBox="1"/>
          <p:nvPr/>
        </p:nvSpPr>
        <p:spPr>
          <a:xfrm>
            <a:off x="3794760" y="10012680"/>
            <a:ext cx="2331720" cy="1143000"/>
          </a:xfrm>
          <a:prstGeom prst="rect">
            <a:avLst/>
          </a:prstGeom>
          <a:noFill/>
          <a:ln/>
        </p:spPr>
        <p:txBody>
          <a:bodyPr wrap="square" lIns="0" tIns="0" rIns="0" bIns="0" rtlCol="0" anchor="t"/>
          <a:lstStyle/>
          <a:p>
            <a:pPr rtl="1" algn="r" indent="0" marL="0">
              <a:buNone/>
            </a:pPr>
            <a:r>
              <a:rPr lang="ar-SA" altLang="en-US" sz="1600" dirty="0">
                <a:solidFill>
                  <a:srgbClr val="FBF3F6"/>
                </a:solidFill>
                <a:latin typeface="Arial" pitchFamily="34" charset="0"/>
                <a:ea typeface="Arial" pitchFamily="34" charset="-122"/>
                <a:cs typeface="Arial" pitchFamily="34" charset="-120"/>
              </a:rPr>
              <a:t>قد نتحدث كثيرًا دون أن يشعر الآخر بأنه مفهوم.</a:t>
            </a:r>
            <a:endParaRPr lang="ar-SA" sz="1600" dirty="0"/>
          </a:p>
        </p:txBody>
      </p:sp>
      <p:sp>
        <p:nvSpPr>
          <p:cNvPr id="29" name="Text 20"/>
          <p:cNvSpPr txBox="1"/>
          <p:nvPr/>
        </p:nvSpPr>
        <p:spPr>
          <a:xfrm>
            <a:off x="731520" y="10012680"/>
            <a:ext cx="2331720" cy="1143000"/>
          </a:xfrm>
          <a:prstGeom prst="rect">
            <a:avLst/>
          </a:prstGeom>
          <a:noFill/>
          <a:ln/>
        </p:spPr>
        <p:txBody>
          <a:bodyPr wrap="square" lIns="0" tIns="0" rIns="0" bIns="0" rtlCol="0" anchor="t"/>
          <a:lstStyle/>
          <a:p>
            <a:pPr rtl="1" algn="r" indent="0" marL="0">
              <a:buNone/>
            </a:pPr>
            <a:r>
              <a:rPr lang="ar-SA" altLang="en-US" sz="1600" dirty="0">
                <a:solidFill>
                  <a:srgbClr val="FBF3F6"/>
                </a:solidFill>
                <a:latin typeface="Arial" pitchFamily="34" charset="0"/>
                <a:ea typeface="Arial" pitchFamily="34" charset="-122"/>
                <a:cs typeface="Arial" pitchFamily="34" charset="-120"/>
              </a:rPr>
              <a:t>وقد نصمت، لكن يكون بيننا شعور عميق بالقرب.</a:t>
            </a:r>
            <a:endParaRPr lang="ar-SA"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02920" y="566928"/>
            <a:ext cx="329184" cy="329184"/>
          </a:xfrm>
          <a:prstGeom prst="ellipse">
            <a:avLst/>
          </a:prstGeom>
          <a:ln w="19050">
            <a:solidFill>
              <a:srgbClr val="E77E96"/>
            </a:solidFill>
            <a:prstDash val="solid"/>
          </a:ln>
        </p:spPr>
      </p:sp>
      <p:sp>
        <p:nvSpPr>
          <p:cNvPr id="3" name="Shape 1"/>
          <p:cNvSpPr/>
          <p:nvPr/>
        </p:nvSpPr>
        <p:spPr>
          <a:xfrm>
            <a:off x="733349" y="566928"/>
            <a:ext cx="329184" cy="329184"/>
          </a:xfrm>
          <a:prstGeom prst="ellipse">
            <a:avLst/>
          </a:prstGeom>
          <a:ln w="19050">
            <a:solidFill>
              <a:srgbClr val="F4A95F"/>
            </a:solidFill>
            <a:prstDash val="solid"/>
          </a:ln>
        </p:spPr>
      </p:sp>
      <p:sp>
        <p:nvSpPr>
          <p:cNvPr id="4" name="Text 2"/>
          <p:cNvSpPr txBox="1"/>
          <p:nvPr/>
        </p:nvSpPr>
        <p:spPr>
          <a:xfrm>
            <a:off x="1161288" y="566928"/>
            <a:ext cx="1280160" cy="329184"/>
          </a:xfrm>
          <a:prstGeom prst="rect">
            <a:avLst/>
          </a:prstGeom>
          <a:noFill/>
          <a:ln/>
        </p:spPr>
        <p:txBody>
          <a:bodyPr wrap="square" lIns="0" tIns="0" rIns="0" bIns="0" rtlCol="0" anchor="ctr"/>
          <a:lstStyle/>
          <a:p>
            <a:pPr algn="l" indent="0" marL="0">
              <a:buNone/>
            </a:pPr>
            <a:r>
              <a:rPr lang="en-US" altLang="en-US" sz="1100" dirty="0">
                <a:solidFill>
                  <a:srgbClr val="C4B3D2"/>
                </a:solidFill>
                <a:latin typeface="Arial" pitchFamily="34" charset="0"/>
                <a:ea typeface="Arial" pitchFamily="34" charset="-122"/>
                <a:cs typeface="Arial" pitchFamily="34" charset="-120"/>
              </a:rPr>
              <a:t>08 / 21</a:t>
            </a:r>
            <a:endParaRPr lang="en-US" sz="1100" dirty="0"/>
          </a:p>
        </p:txBody>
      </p:sp>
      <p:sp>
        <p:nvSpPr>
          <p:cNvPr id="5" name="Text 3"/>
          <p:cNvSpPr txBox="1"/>
          <p:nvPr/>
        </p:nvSpPr>
        <p:spPr>
          <a:xfrm>
            <a:off x="2514600" y="566928"/>
            <a:ext cx="3840480" cy="329184"/>
          </a:xfrm>
          <a:prstGeom prst="rect">
            <a:avLst/>
          </a:prstGeom>
          <a:noFill/>
          <a:ln/>
        </p:spPr>
        <p:txBody>
          <a:bodyPr wrap="square" lIns="0" tIns="0" rIns="0" bIns="0" rtlCol="0" anchor="ctr"/>
          <a:lstStyle/>
          <a:p>
            <a:pPr rtl="1" algn="r" indent="0" marL="0">
              <a:buNone/>
            </a:pPr>
            <a:r>
              <a:rPr lang="ar-SA" altLang="en-US" sz="1400" b="1" dirty="0">
                <a:solidFill>
                  <a:srgbClr val="F4A95F"/>
                </a:solidFill>
                <a:latin typeface="Arial" pitchFamily="34" charset="0"/>
                <a:ea typeface="Arial" pitchFamily="34" charset="-122"/>
                <a:cs typeface="Arial" pitchFamily="34" charset="-120"/>
              </a:rPr>
              <a:t>علامات مبكرة</a:t>
            </a:r>
            <a:endParaRPr lang="ar-SA" sz="1400" dirty="0"/>
          </a:p>
        </p:txBody>
      </p:sp>
      <p:sp>
        <p:nvSpPr>
          <p:cNvPr id="6" name="Text 4"/>
          <p:cNvSpPr txBox="1"/>
          <p:nvPr/>
        </p:nvSpPr>
        <p:spPr>
          <a:xfrm>
            <a:off x="502920" y="1143000"/>
            <a:ext cx="5852160" cy="1737360"/>
          </a:xfrm>
          <a:prstGeom prst="rect">
            <a:avLst/>
          </a:prstGeom>
          <a:noFill/>
          <a:ln/>
        </p:spPr>
        <p:txBody>
          <a:bodyPr wrap="square" lIns="0" tIns="0" rIns="0" bIns="0" rtlCol="0" anchor="t"/>
          <a:lstStyle/>
          <a:p>
            <a:pPr rtl="1" algn="r" indent="0" marL="0">
              <a:lnSpc>
                <a:spcPct val="105000"/>
              </a:lnSpc>
              <a:buNone/>
            </a:pPr>
            <a:r>
              <a:rPr lang="ar-SA" altLang="en-US" sz="3200" b="1" dirty="0">
                <a:solidFill>
                  <a:srgbClr val="FBF3F6"/>
                </a:solidFill>
                <a:latin typeface="Arial" pitchFamily="34" charset="0"/>
                <a:ea typeface="Arial" pitchFamily="34" charset="-122"/>
                <a:cs typeface="Arial" pitchFamily="34" charset="-120"/>
              </a:rPr>
              <a:t>حين تبدأ المسافة العاطفية في الظهور</a:t>
            </a:r>
            <a:endParaRPr lang="ar-SA" sz="3200" dirty="0"/>
          </a:p>
        </p:txBody>
      </p:sp>
      <p:sp>
        <p:nvSpPr>
          <p:cNvPr id="7" name="Shape 5"/>
          <p:cNvSpPr/>
          <p:nvPr/>
        </p:nvSpPr>
        <p:spPr>
          <a:xfrm>
            <a:off x="502920" y="3108960"/>
            <a:ext cx="5852160" cy="1325880"/>
          </a:xfrm>
          <a:prstGeom prst="roundRect">
            <a:avLst>
              <a:gd name="adj" fmla="val 12414"/>
            </a:avLst>
          </a:prstGeom>
          <a:solidFill>
            <a:srgbClr val="2B1F45"/>
          </a:solidFill>
          <a:ln w="12700">
            <a:solidFill>
              <a:srgbClr val="2B1F45"/>
            </a:solidFill>
            <a:prstDash val="solid"/>
          </a:ln>
        </p:spPr>
      </p:sp>
      <p:sp>
        <p:nvSpPr>
          <p:cNvPr id="8" name="Shape 6"/>
          <p:cNvSpPr/>
          <p:nvPr/>
        </p:nvSpPr>
        <p:spPr>
          <a:xfrm>
            <a:off x="5440680" y="3442716"/>
            <a:ext cx="658368" cy="658368"/>
          </a:xfrm>
          <a:prstGeom prst="ellipse">
            <a:avLst/>
          </a:prstGeom>
          <a:solidFill>
            <a:srgbClr val="F4A95F"/>
          </a:solidFill>
          <a:ln w="12700">
            <a:solidFill>
              <a:srgbClr val="F4A95F"/>
            </a:solidFill>
            <a:prstDash val="solid"/>
          </a:ln>
        </p:spPr>
      </p:sp>
      <p:pic>
        <p:nvPicPr>
          <p:cNvPr id="9" name="Image 0" descr="preencoded.png">    </p:cNvPr>
          <p:cNvPicPr>
            <a:picLocks noChangeAspect="1"/>
          </p:cNvPicPr>
          <p:nvPr/>
        </p:nvPicPr>
        <p:blipFill>
          <a:blip r:embed="rId2"/>
          <a:stretch>
            <a:fillRect/>
          </a:stretch>
        </p:blipFill>
        <p:spPr>
          <a:xfrm>
            <a:off x="5611856" y="3613892"/>
            <a:ext cx="316017" cy="316017"/>
          </a:xfrm>
          <a:prstGeom prst="rect">
            <a:avLst/>
          </a:prstGeom>
        </p:spPr>
      </p:pic>
      <p:sp>
        <p:nvSpPr>
          <p:cNvPr id="10" name="Text 7"/>
          <p:cNvSpPr txBox="1"/>
          <p:nvPr/>
        </p:nvSpPr>
        <p:spPr>
          <a:xfrm>
            <a:off x="777240" y="3291840"/>
            <a:ext cx="4434840" cy="411480"/>
          </a:xfrm>
          <a:prstGeom prst="rect">
            <a:avLst/>
          </a:prstGeom>
          <a:noFill/>
          <a:ln/>
        </p:spPr>
        <p:txBody>
          <a:bodyPr wrap="square" lIns="0" tIns="0" rIns="0" bIns="0" rtlCol="0" anchor="ctr"/>
          <a:lstStyle/>
          <a:p>
            <a:pPr rtl="1" algn="r" indent="0" marL="0">
              <a:buNone/>
            </a:pPr>
            <a:r>
              <a:rPr lang="ar-SA" altLang="en-US" sz="1900" b="1" dirty="0">
                <a:solidFill>
                  <a:srgbClr val="FBF3F6"/>
                </a:solidFill>
                <a:latin typeface="Arial" pitchFamily="34" charset="0"/>
                <a:ea typeface="Arial" pitchFamily="34" charset="-122"/>
                <a:cs typeface="Arial" pitchFamily="34" charset="-120"/>
              </a:rPr>
              <a:t>حوار وظيفي فقط</a:t>
            </a:r>
            <a:endParaRPr lang="ar-SA" sz="1900" dirty="0"/>
          </a:p>
        </p:txBody>
      </p:sp>
      <p:sp>
        <p:nvSpPr>
          <p:cNvPr id="11" name="Text 8"/>
          <p:cNvSpPr txBox="1"/>
          <p:nvPr/>
        </p:nvSpPr>
        <p:spPr>
          <a:xfrm>
            <a:off x="777240" y="3703320"/>
            <a:ext cx="4434840" cy="594360"/>
          </a:xfrm>
          <a:prstGeom prst="rect">
            <a:avLst/>
          </a:prstGeom>
          <a:noFill/>
          <a:ln/>
        </p:spPr>
        <p:txBody>
          <a:bodyPr wrap="square" lIns="0" tIns="0" rIns="0" bIns="0" rtlCol="0" anchor="t"/>
          <a:lstStyle/>
          <a:p>
            <a:pPr rtl="1" algn="r" indent="0" marL="0">
              <a:lnSpc>
                <a:spcPct val="105000"/>
              </a:lnSpc>
              <a:buNone/>
            </a:pPr>
            <a:r>
              <a:rPr lang="ar-SA" altLang="en-US" sz="1500" dirty="0">
                <a:solidFill>
                  <a:srgbClr val="C4B3D2"/>
                </a:solidFill>
                <a:latin typeface="Arial" pitchFamily="34" charset="0"/>
                <a:ea typeface="Arial" pitchFamily="34" charset="-122"/>
                <a:cs typeface="Arial" pitchFamily="34" charset="-120"/>
              </a:rPr>
              <a:t>يتحدثان عن المسؤوليات، لا عن المشاعر</a:t>
            </a:r>
            <a:endParaRPr lang="ar-SA" sz="1500" dirty="0"/>
          </a:p>
        </p:txBody>
      </p:sp>
      <p:sp>
        <p:nvSpPr>
          <p:cNvPr id="12" name="Shape 9"/>
          <p:cNvSpPr/>
          <p:nvPr/>
        </p:nvSpPr>
        <p:spPr>
          <a:xfrm>
            <a:off x="502920" y="4636008"/>
            <a:ext cx="5852160" cy="1325880"/>
          </a:xfrm>
          <a:prstGeom prst="roundRect">
            <a:avLst>
              <a:gd name="adj" fmla="val 12414"/>
            </a:avLst>
          </a:prstGeom>
          <a:solidFill>
            <a:srgbClr val="2B1F45"/>
          </a:solidFill>
          <a:ln w="12700">
            <a:solidFill>
              <a:srgbClr val="2B1F45"/>
            </a:solidFill>
            <a:prstDash val="solid"/>
          </a:ln>
        </p:spPr>
      </p:sp>
      <p:sp>
        <p:nvSpPr>
          <p:cNvPr id="13" name="Shape 10"/>
          <p:cNvSpPr/>
          <p:nvPr/>
        </p:nvSpPr>
        <p:spPr>
          <a:xfrm>
            <a:off x="5440680" y="4969764"/>
            <a:ext cx="658368" cy="658368"/>
          </a:xfrm>
          <a:prstGeom prst="ellipse">
            <a:avLst/>
          </a:prstGeom>
          <a:solidFill>
            <a:srgbClr val="F4A95F"/>
          </a:solidFill>
          <a:ln w="12700">
            <a:solidFill>
              <a:srgbClr val="F4A95F"/>
            </a:solidFill>
            <a:prstDash val="solid"/>
          </a:ln>
        </p:spPr>
      </p:sp>
      <p:pic>
        <p:nvPicPr>
          <p:cNvPr id="14" name="Image 1" descr="preencoded.png">    </p:cNvPr>
          <p:cNvPicPr>
            <a:picLocks noChangeAspect="1"/>
          </p:cNvPicPr>
          <p:nvPr/>
        </p:nvPicPr>
        <p:blipFill>
          <a:blip r:embed="rId3"/>
          <a:stretch>
            <a:fillRect/>
          </a:stretch>
        </p:blipFill>
        <p:spPr>
          <a:xfrm>
            <a:off x="5611856" y="5140940"/>
            <a:ext cx="316017" cy="316017"/>
          </a:xfrm>
          <a:prstGeom prst="rect">
            <a:avLst/>
          </a:prstGeom>
        </p:spPr>
      </p:pic>
      <p:sp>
        <p:nvSpPr>
          <p:cNvPr id="15" name="Text 11"/>
          <p:cNvSpPr txBox="1"/>
          <p:nvPr/>
        </p:nvSpPr>
        <p:spPr>
          <a:xfrm>
            <a:off x="777240" y="4818888"/>
            <a:ext cx="4434840" cy="411480"/>
          </a:xfrm>
          <a:prstGeom prst="rect">
            <a:avLst/>
          </a:prstGeom>
          <a:noFill/>
          <a:ln/>
        </p:spPr>
        <p:txBody>
          <a:bodyPr wrap="square" lIns="0" tIns="0" rIns="0" bIns="0" rtlCol="0" anchor="ctr"/>
          <a:lstStyle/>
          <a:p>
            <a:pPr rtl="1" algn="r" indent="0" marL="0">
              <a:buNone/>
            </a:pPr>
            <a:r>
              <a:rPr lang="ar-SA" altLang="en-US" sz="1900" b="1" dirty="0">
                <a:solidFill>
                  <a:srgbClr val="FBF3F6"/>
                </a:solidFill>
                <a:latin typeface="Arial" pitchFamily="34" charset="0"/>
                <a:ea typeface="Arial" pitchFamily="34" charset="-122"/>
                <a:cs typeface="Arial" pitchFamily="34" charset="-120"/>
              </a:rPr>
              <a:t>توقف المشاركة</a:t>
            </a:r>
            <a:endParaRPr lang="ar-SA" sz="1900" dirty="0"/>
          </a:p>
        </p:txBody>
      </p:sp>
      <p:sp>
        <p:nvSpPr>
          <p:cNvPr id="16" name="Text 12"/>
          <p:cNvSpPr txBox="1"/>
          <p:nvPr/>
        </p:nvSpPr>
        <p:spPr>
          <a:xfrm>
            <a:off x="777240" y="5230368"/>
            <a:ext cx="4434840" cy="594360"/>
          </a:xfrm>
          <a:prstGeom prst="rect">
            <a:avLst/>
          </a:prstGeom>
          <a:noFill/>
          <a:ln/>
        </p:spPr>
        <p:txBody>
          <a:bodyPr wrap="square" lIns="0" tIns="0" rIns="0" bIns="0" rtlCol="0" anchor="t"/>
          <a:lstStyle/>
          <a:p>
            <a:pPr rtl="1" algn="r" indent="0" marL="0">
              <a:lnSpc>
                <a:spcPct val="105000"/>
              </a:lnSpc>
              <a:buNone/>
            </a:pPr>
            <a:r>
              <a:rPr lang="ar-SA" altLang="en-US" sz="1500" dirty="0">
                <a:solidFill>
                  <a:srgbClr val="C4B3D2"/>
                </a:solidFill>
                <a:latin typeface="Arial" pitchFamily="34" charset="0"/>
                <a:ea typeface="Arial" pitchFamily="34" charset="-122"/>
                <a:cs typeface="Arial" pitchFamily="34" charset="-120"/>
              </a:rPr>
              <a:t>لم يعد أحدهما يشارك الآخر تفاصيل يومه</a:t>
            </a:r>
            <a:endParaRPr lang="ar-SA" sz="1500" dirty="0"/>
          </a:p>
        </p:txBody>
      </p:sp>
      <p:sp>
        <p:nvSpPr>
          <p:cNvPr id="17" name="Shape 13"/>
          <p:cNvSpPr/>
          <p:nvPr/>
        </p:nvSpPr>
        <p:spPr>
          <a:xfrm>
            <a:off x="502920" y="6163056"/>
            <a:ext cx="5852160" cy="1325880"/>
          </a:xfrm>
          <a:prstGeom prst="roundRect">
            <a:avLst>
              <a:gd name="adj" fmla="val 12414"/>
            </a:avLst>
          </a:prstGeom>
          <a:solidFill>
            <a:srgbClr val="2B1F45"/>
          </a:solidFill>
          <a:ln w="12700">
            <a:solidFill>
              <a:srgbClr val="2B1F45"/>
            </a:solidFill>
            <a:prstDash val="solid"/>
          </a:ln>
        </p:spPr>
      </p:sp>
      <p:sp>
        <p:nvSpPr>
          <p:cNvPr id="18" name="Shape 14"/>
          <p:cNvSpPr/>
          <p:nvPr/>
        </p:nvSpPr>
        <p:spPr>
          <a:xfrm>
            <a:off x="5440680" y="6496812"/>
            <a:ext cx="658368" cy="658368"/>
          </a:xfrm>
          <a:prstGeom prst="ellipse">
            <a:avLst/>
          </a:prstGeom>
          <a:solidFill>
            <a:srgbClr val="F4A95F"/>
          </a:solidFill>
          <a:ln w="12700">
            <a:solidFill>
              <a:srgbClr val="F4A95F"/>
            </a:solidFill>
            <a:prstDash val="solid"/>
          </a:ln>
        </p:spPr>
      </p:sp>
      <p:pic>
        <p:nvPicPr>
          <p:cNvPr id="19" name="Image 2" descr="preencoded.png">    </p:cNvPr>
          <p:cNvPicPr>
            <a:picLocks noChangeAspect="1"/>
          </p:cNvPicPr>
          <p:nvPr/>
        </p:nvPicPr>
        <p:blipFill>
          <a:blip r:embed="rId4"/>
          <a:stretch>
            <a:fillRect/>
          </a:stretch>
        </p:blipFill>
        <p:spPr>
          <a:xfrm>
            <a:off x="5611856" y="6667988"/>
            <a:ext cx="316017" cy="316017"/>
          </a:xfrm>
          <a:prstGeom prst="rect">
            <a:avLst/>
          </a:prstGeom>
        </p:spPr>
      </p:pic>
      <p:sp>
        <p:nvSpPr>
          <p:cNvPr id="20" name="Text 15"/>
          <p:cNvSpPr txBox="1"/>
          <p:nvPr/>
        </p:nvSpPr>
        <p:spPr>
          <a:xfrm>
            <a:off x="777240" y="6345936"/>
            <a:ext cx="4434840" cy="411480"/>
          </a:xfrm>
          <a:prstGeom prst="rect">
            <a:avLst/>
          </a:prstGeom>
          <a:noFill/>
          <a:ln/>
        </p:spPr>
        <p:txBody>
          <a:bodyPr wrap="square" lIns="0" tIns="0" rIns="0" bIns="0" rtlCol="0" anchor="ctr"/>
          <a:lstStyle/>
          <a:p>
            <a:pPr rtl="1" algn="r" indent="0" marL="0">
              <a:buNone/>
            </a:pPr>
            <a:r>
              <a:rPr lang="ar-SA" altLang="en-US" sz="1900" b="1" dirty="0">
                <a:solidFill>
                  <a:srgbClr val="FBF3F6"/>
                </a:solidFill>
                <a:latin typeface="Arial" pitchFamily="34" charset="0"/>
                <a:ea typeface="Arial" pitchFamily="34" charset="-122"/>
                <a:cs typeface="Arial" pitchFamily="34" charset="-120"/>
              </a:rPr>
              <a:t>مخاوف وأحلام مكتومة</a:t>
            </a:r>
            <a:endParaRPr lang="ar-SA" sz="1900" dirty="0"/>
          </a:p>
        </p:txBody>
      </p:sp>
      <p:sp>
        <p:nvSpPr>
          <p:cNvPr id="21" name="Text 16"/>
          <p:cNvSpPr txBox="1"/>
          <p:nvPr/>
        </p:nvSpPr>
        <p:spPr>
          <a:xfrm>
            <a:off x="777240" y="6757416"/>
            <a:ext cx="4434840" cy="594360"/>
          </a:xfrm>
          <a:prstGeom prst="rect">
            <a:avLst/>
          </a:prstGeom>
          <a:noFill/>
          <a:ln/>
        </p:spPr>
        <p:txBody>
          <a:bodyPr wrap="square" lIns="0" tIns="0" rIns="0" bIns="0" rtlCol="0" anchor="t"/>
          <a:lstStyle/>
          <a:p>
            <a:pPr rtl="1" algn="r" indent="0" marL="0">
              <a:lnSpc>
                <a:spcPct val="105000"/>
              </a:lnSpc>
              <a:buNone/>
            </a:pPr>
            <a:r>
              <a:rPr lang="ar-SA" altLang="en-US" sz="1500" dirty="0">
                <a:solidFill>
                  <a:srgbClr val="C4B3D2"/>
                </a:solidFill>
                <a:latin typeface="Arial" pitchFamily="34" charset="0"/>
                <a:ea typeface="Arial" pitchFamily="34" charset="-122"/>
                <a:cs typeface="Arial" pitchFamily="34" charset="-120"/>
              </a:rPr>
              <a:t>شعور بعدم القدرة على الحديث عنها</a:t>
            </a:r>
            <a:endParaRPr lang="ar-SA" sz="1500" dirty="0"/>
          </a:p>
        </p:txBody>
      </p:sp>
      <p:sp>
        <p:nvSpPr>
          <p:cNvPr id="22" name="Text 17"/>
          <p:cNvSpPr txBox="1"/>
          <p:nvPr/>
        </p:nvSpPr>
        <p:spPr>
          <a:xfrm>
            <a:off x="502920" y="7872984"/>
            <a:ext cx="5852160" cy="457200"/>
          </a:xfrm>
          <a:prstGeom prst="rect">
            <a:avLst/>
          </a:prstGeom>
          <a:noFill/>
          <a:ln/>
        </p:spPr>
        <p:txBody>
          <a:bodyPr wrap="square" lIns="0" tIns="0" rIns="0" bIns="0" rtlCol="0" anchor="t"/>
          <a:lstStyle/>
          <a:p>
            <a:pPr rtl="1" algn="r" indent="0" marL="0">
              <a:buNone/>
            </a:pPr>
            <a:r>
              <a:rPr lang="ar-SA" altLang="en-US" sz="1800" b="1" dirty="0">
                <a:solidFill>
                  <a:srgbClr val="E77E96"/>
                </a:solidFill>
                <a:latin typeface="Arial" pitchFamily="34" charset="0"/>
                <a:ea typeface="Arial" pitchFamily="34" charset="-122"/>
                <a:cs typeface="Arial" pitchFamily="34" charset="-120"/>
              </a:rPr>
              <a:t>وأحيانًا تظهر المقارنة:</a:t>
            </a:r>
            <a:endParaRPr lang="ar-SA" sz="1800" dirty="0"/>
          </a:p>
        </p:txBody>
      </p:sp>
      <p:sp>
        <p:nvSpPr>
          <p:cNvPr id="23" name="Shape 18"/>
          <p:cNvSpPr/>
          <p:nvPr/>
        </p:nvSpPr>
        <p:spPr>
          <a:xfrm>
            <a:off x="2148840" y="8513064"/>
            <a:ext cx="4206240" cy="713232"/>
          </a:xfrm>
          <a:prstGeom prst="roundRect">
            <a:avLst>
              <a:gd name="adj" fmla="val 50000"/>
            </a:avLst>
          </a:prstGeom>
          <a:solidFill>
            <a:srgbClr val="E77E96"/>
          </a:solidFill>
          <a:ln w="12700">
            <a:solidFill>
              <a:srgbClr val="E77E96"/>
            </a:solidFill>
            <a:prstDash val="solid"/>
          </a:ln>
        </p:spPr>
      </p:sp>
      <p:sp>
        <p:nvSpPr>
          <p:cNvPr id="24" name="Text 19"/>
          <p:cNvSpPr txBox="1"/>
          <p:nvPr/>
        </p:nvSpPr>
        <p:spPr>
          <a:xfrm>
            <a:off x="2377440" y="8513064"/>
            <a:ext cx="3749040" cy="713232"/>
          </a:xfrm>
          <a:prstGeom prst="rect">
            <a:avLst/>
          </a:prstGeom>
          <a:noFill/>
          <a:ln/>
        </p:spPr>
        <p:txBody>
          <a:bodyPr wrap="square" lIns="0" tIns="0" rIns="0" bIns="0" rtlCol="0" anchor="ctr"/>
          <a:lstStyle/>
          <a:p>
            <a:pPr rtl="1" algn="ctr" indent="0" marL="0">
              <a:buNone/>
            </a:pPr>
            <a:r>
              <a:rPr lang="ar-SA" altLang="en-US" sz="1900" b="1" dirty="0">
                <a:solidFill>
                  <a:srgbClr val="1C1230"/>
                </a:solidFill>
                <a:latin typeface="Arial" pitchFamily="34" charset="0"/>
                <a:ea typeface="Arial" pitchFamily="34" charset="-122"/>
                <a:cs typeface="Arial" pitchFamily="34" charset="-120"/>
              </a:rPr>
              <a:t>«أنت لم تعد كما كنت.»</a:t>
            </a:r>
            <a:endParaRPr lang="ar-SA" sz="1900" dirty="0"/>
          </a:p>
        </p:txBody>
      </p:sp>
      <p:sp>
        <p:nvSpPr>
          <p:cNvPr id="25" name="Shape 20"/>
          <p:cNvSpPr/>
          <p:nvPr/>
        </p:nvSpPr>
        <p:spPr>
          <a:xfrm>
            <a:off x="502920" y="9409176"/>
            <a:ext cx="3474720" cy="713232"/>
          </a:xfrm>
          <a:prstGeom prst="roundRect">
            <a:avLst>
              <a:gd name="adj" fmla="val 50000"/>
            </a:avLst>
          </a:prstGeom>
          <a:solidFill>
            <a:srgbClr val="E77E96"/>
          </a:solidFill>
          <a:ln w="12700">
            <a:solidFill>
              <a:srgbClr val="E77E96"/>
            </a:solidFill>
            <a:prstDash val="solid"/>
          </a:ln>
        </p:spPr>
      </p:sp>
      <p:sp>
        <p:nvSpPr>
          <p:cNvPr id="26" name="Text 21"/>
          <p:cNvSpPr txBox="1"/>
          <p:nvPr/>
        </p:nvSpPr>
        <p:spPr>
          <a:xfrm>
            <a:off x="731520" y="9409176"/>
            <a:ext cx="3017520" cy="713232"/>
          </a:xfrm>
          <a:prstGeom prst="rect">
            <a:avLst/>
          </a:prstGeom>
          <a:noFill/>
          <a:ln/>
        </p:spPr>
        <p:txBody>
          <a:bodyPr wrap="square" lIns="0" tIns="0" rIns="0" bIns="0" rtlCol="0" anchor="ctr"/>
          <a:lstStyle/>
          <a:p>
            <a:pPr rtl="1" algn="ctr" indent="0" marL="0">
              <a:buNone/>
            </a:pPr>
            <a:r>
              <a:rPr lang="ar-SA" altLang="en-US" sz="1900" b="1" dirty="0">
                <a:solidFill>
                  <a:srgbClr val="1C1230"/>
                </a:solidFill>
                <a:latin typeface="Arial" pitchFamily="34" charset="0"/>
                <a:ea typeface="Arial" pitchFamily="34" charset="-122"/>
                <a:cs typeface="Arial" pitchFamily="34" charset="-120"/>
              </a:rPr>
              <a:t>«لم تعد تهتم بي.»</a:t>
            </a:r>
            <a:endParaRPr lang="ar-SA" sz="1900" dirty="0"/>
          </a:p>
        </p:txBody>
      </p:sp>
      <p:sp>
        <p:nvSpPr>
          <p:cNvPr id="27" name="Shape 22"/>
          <p:cNvSpPr/>
          <p:nvPr/>
        </p:nvSpPr>
        <p:spPr>
          <a:xfrm>
            <a:off x="1234440" y="10305288"/>
            <a:ext cx="5120640" cy="713232"/>
          </a:xfrm>
          <a:prstGeom prst="roundRect">
            <a:avLst>
              <a:gd name="adj" fmla="val 50000"/>
            </a:avLst>
          </a:prstGeom>
          <a:solidFill>
            <a:srgbClr val="E77E96"/>
          </a:solidFill>
          <a:ln w="12700">
            <a:solidFill>
              <a:srgbClr val="E77E96"/>
            </a:solidFill>
            <a:prstDash val="solid"/>
          </a:ln>
        </p:spPr>
      </p:sp>
      <p:sp>
        <p:nvSpPr>
          <p:cNvPr id="28" name="Text 23"/>
          <p:cNvSpPr txBox="1"/>
          <p:nvPr/>
        </p:nvSpPr>
        <p:spPr>
          <a:xfrm>
            <a:off x="1463040" y="10305288"/>
            <a:ext cx="4663440" cy="713232"/>
          </a:xfrm>
          <a:prstGeom prst="rect">
            <a:avLst/>
          </a:prstGeom>
          <a:noFill/>
          <a:ln/>
        </p:spPr>
        <p:txBody>
          <a:bodyPr wrap="square" lIns="0" tIns="0" rIns="0" bIns="0" rtlCol="0" anchor="ctr"/>
          <a:lstStyle/>
          <a:p>
            <a:pPr rtl="1" algn="ctr" indent="0" marL="0">
              <a:buNone/>
            </a:pPr>
            <a:r>
              <a:rPr lang="ar-SA" altLang="en-US" sz="1900" b="1" dirty="0">
                <a:solidFill>
                  <a:srgbClr val="1C1230"/>
                </a:solidFill>
                <a:latin typeface="Arial" pitchFamily="34" charset="0"/>
                <a:ea typeface="Arial" pitchFamily="34" charset="-122"/>
                <a:cs typeface="Arial" pitchFamily="34" charset="-120"/>
              </a:rPr>
              <a:t>«أشعر أنك موجود جسديًا فقط.»</a:t>
            </a:r>
            <a:endParaRPr lang="ar-SA" sz="1900" dirty="0"/>
          </a:p>
        </p:txBody>
      </p:sp>
      <p:sp>
        <p:nvSpPr>
          <p:cNvPr id="29" name="Text 24"/>
          <p:cNvSpPr txBox="1"/>
          <p:nvPr/>
        </p:nvSpPr>
        <p:spPr>
          <a:xfrm>
            <a:off x="502920" y="11338560"/>
            <a:ext cx="5852160" cy="731520"/>
          </a:xfrm>
          <a:prstGeom prst="rect">
            <a:avLst/>
          </a:prstGeom>
          <a:noFill/>
          <a:ln/>
        </p:spPr>
        <p:txBody>
          <a:bodyPr wrap="square" lIns="0" tIns="0" rIns="0" bIns="0" rtlCol="0" anchor="t"/>
          <a:lstStyle/>
          <a:p>
            <a:pPr rtl="1" algn="ctr" indent="0" marL="0">
              <a:buNone/>
            </a:pPr>
            <a:r>
              <a:rPr lang="ar-SA" altLang="en-US" sz="1600" i="1" dirty="0">
                <a:solidFill>
                  <a:srgbClr val="C4B3D2"/>
                </a:solidFill>
                <a:latin typeface="Arial" pitchFamily="34" charset="0"/>
                <a:ea typeface="Arial" pitchFamily="34" charset="-122"/>
                <a:cs typeface="Arial" pitchFamily="34" charset="-120"/>
              </a:rPr>
              <a:t>عبارات قد تكون إشارات إلى احتياج عاطفي لم تتم تلبيته.</a:t>
            </a:r>
            <a:endParaRPr lang="ar-SA"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02920" y="566928"/>
            <a:ext cx="329184" cy="329184"/>
          </a:xfrm>
          <a:prstGeom prst="ellipse">
            <a:avLst/>
          </a:prstGeom>
          <a:ln w="19050">
            <a:solidFill>
              <a:srgbClr val="E77E96"/>
            </a:solidFill>
            <a:prstDash val="solid"/>
          </a:ln>
        </p:spPr>
      </p:sp>
      <p:sp>
        <p:nvSpPr>
          <p:cNvPr id="3" name="Shape 1"/>
          <p:cNvSpPr/>
          <p:nvPr/>
        </p:nvSpPr>
        <p:spPr>
          <a:xfrm>
            <a:off x="733349" y="566928"/>
            <a:ext cx="329184" cy="329184"/>
          </a:xfrm>
          <a:prstGeom prst="ellipse">
            <a:avLst/>
          </a:prstGeom>
          <a:ln w="19050">
            <a:solidFill>
              <a:srgbClr val="F4A95F"/>
            </a:solidFill>
            <a:prstDash val="solid"/>
          </a:ln>
        </p:spPr>
      </p:sp>
      <p:sp>
        <p:nvSpPr>
          <p:cNvPr id="4" name="Text 2"/>
          <p:cNvSpPr txBox="1"/>
          <p:nvPr/>
        </p:nvSpPr>
        <p:spPr>
          <a:xfrm>
            <a:off x="1161288" y="566928"/>
            <a:ext cx="1280160" cy="329184"/>
          </a:xfrm>
          <a:prstGeom prst="rect">
            <a:avLst/>
          </a:prstGeom>
          <a:noFill/>
          <a:ln/>
        </p:spPr>
        <p:txBody>
          <a:bodyPr wrap="square" lIns="0" tIns="0" rIns="0" bIns="0" rtlCol="0" anchor="ctr"/>
          <a:lstStyle/>
          <a:p>
            <a:pPr algn="l" indent="0" marL="0">
              <a:buNone/>
            </a:pPr>
            <a:r>
              <a:rPr lang="en-US" altLang="en-US" sz="1100" dirty="0">
                <a:solidFill>
                  <a:srgbClr val="C4B3D2"/>
                </a:solidFill>
                <a:latin typeface="Arial" pitchFamily="34" charset="0"/>
                <a:ea typeface="Arial" pitchFamily="34" charset="-122"/>
                <a:cs typeface="Arial" pitchFamily="34" charset="-120"/>
              </a:rPr>
              <a:t>09 / 21</a:t>
            </a:r>
            <a:endParaRPr lang="en-US" sz="1100" dirty="0"/>
          </a:p>
        </p:txBody>
      </p:sp>
      <p:sp>
        <p:nvSpPr>
          <p:cNvPr id="5" name="Text 3"/>
          <p:cNvSpPr txBox="1"/>
          <p:nvPr/>
        </p:nvSpPr>
        <p:spPr>
          <a:xfrm>
            <a:off x="2514600" y="566928"/>
            <a:ext cx="3840480" cy="329184"/>
          </a:xfrm>
          <a:prstGeom prst="rect">
            <a:avLst/>
          </a:prstGeom>
          <a:noFill/>
          <a:ln/>
        </p:spPr>
        <p:txBody>
          <a:bodyPr wrap="square" lIns="0" tIns="0" rIns="0" bIns="0" rtlCol="0" anchor="ctr"/>
          <a:lstStyle/>
          <a:p>
            <a:pPr rtl="1" algn="r" indent="0" marL="0">
              <a:buNone/>
            </a:pPr>
            <a:r>
              <a:rPr lang="ar-SA" altLang="en-US" sz="1400" b="1" dirty="0">
                <a:solidFill>
                  <a:srgbClr val="F4A95F"/>
                </a:solidFill>
                <a:latin typeface="Arial" pitchFamily="34" charset="0"/>
                <a:ea typeface="Arial" pitchFamily="34" charset="-122"/>
                <a:cs typeface="Arial" pitchFamily="34" charset="-120"/>
              </a:rPr>
              <a:t>سؤال حساس</a:t>
            </a:r>
            <a:endParaRPr lang="ar-SA" sz="1400" dirty="0"/>
          </a:p>
        </p:txBody>
      </p:sp>
      <p:sp>
        <p:nvSpPr>
          <p:cNvPr id="6" name="Text 4"/>
          <p:cNvSpPr txBox="1"/>
          <p:nvPr/>
        </p:nvSpPr>
        <p:spPr>
          <a:xfrm>
            <a:off x="502920" y="1143000"/>
            <a:ext cx="5852160" cy="1737360"/>
          </a:xfrm>
          <a:prstGeom prst="rect">
            <a:avLst/>
          </a:prstGeom>
          <a:noFill/>
          <a:ln/>
        </p:spPr>
        <p:txBody>
          <a:bodyPr wrap="square" lIns="0" tIns="0" rIns="0" bIns="0" rtlCol="0" anchor="t"/>
          <a:lstStyle/>
          <a:p>
            <a:pPr rtl="1" algn="r" indent="0" marL="0">
              <a:lnSpc>
                <a:spcPct val="105000"/>
              </a:lnSpc>
              <a:buNone/>
            </a:pPr>
            <a:r>
              <a:rPr lang="ar-SA" altLang="en-US" sz="3200" b="1" dirty="0">
                <a:solidFill>
                  <a:srgbClr val="FBF3F6"/>
                </a:solidFill>
                <a:latin typeface="Arial" pitchFamily="34" charset="0"/>
                <a:ea typeface="Arial" pitchFamily="34" charset="-122"/>
                <a:cs typeface="Arial" pitchFamily="34" charset="-120"/>
              </a:rPr>
              <a:t>العلاقة الحميمة ليست جانبًا جسديًا فقط</a:t>
            </a:r>
            <a:endParaRPr lang="ar-SA" sz="3200" dirty="0"/>
          </a:p>
        </p:txBody>
      </p:sp>
      <p:sp>
        <p:nvSpPr>
          <p:cNvPr id="7" name="Text 5"/>
          <p:cNvSpPr txBox="1"/>
          <p:nvPr/>
        </p:nvSpPr>
        <p:spPr>
          <a:xfrm>
            <a:off x="502920" y="3063240"/>
            <a:ext cx="5852160" cy="868680"/>
          </a:xfrm>
          <a:prstGeom prst="rect">
            <a:avLst/>
          </a:prstGeom>
          <a:noFill/>
          <a:ln/>
        </p:spPr>
        <p:txBody>
          <a:bodyPr wrap="square" lIns="0" tIns="0" rIns="0" bIns="0" rtlCol="0" anchor="t"/>
          <a:lstStyle/>
          <a:p>
            <a:pPr rtl="1" algn="r" indent="0" marL="0">
              <a:lnSpc>
                <a:spcPct val="110000"/>
              </a:lnSpc>
              <a:buNone/>
            </a:pPr>
            <a:r>
              <a:rPr lang="ar-SA" altLang="en-US" sz="1700" dirty="0">
                <a:solidFill>
                  <a:srgbClr val="C4B3D2"/>
                </a:solidFill>
                <a:latin typeface="Arial" pitchFamily="34" charset="0"/>
                <a:ea typeface="Arial" pitchFamily="34" charset="-122"/>
                <a:cs typeface="Arial" pitchFamily="34" charset="-120"/>
              </a:rPr>
              <a:t>القرب الجسدي وحده لا يحل بالضرورة المشكلات العاطفية. هناك أيضًا:</a:t>
            </a:r>
            <a:endParaRPr lang="ar-SA" sz="1700" dirty="0"/>
          </a:p>
        </p:txBody>
      </p:sp>
      <p:sp>
        <p:nvSpPr>
          <p:cNvPr id="8" name="Shape 6"/>
          <p:cNvSpPr/>
          <p:nvPr/>
        </p:nvSpPr>
        <p:spPr>
          <a:xfrm>
            <a:off x="3566160" y="4160520"/>
            <a:ext cx="2788920" cy="1371600"/>
          </a:xfrm>
          <a:prstGeom prst="roundRect">
            <a:avLst>
              <a:gd name="adj" fmla="val 12000"/>
            </a:avLst>
          </a:prstGeom>
          <a:solidFill>
            <a:srgbClr val="2B1F45"/>
          </a:solidFill>
          <a:ln w="12700">
            <a:solidFill>
              <a:srgbClr val="2B1F45"/>
            </a:solidFill>
            <a:prstDash val="solid"/>
          </a:ln>
        </p:spPr>
      </p:sp>
      <p:sp>
        <p:nvSpPr>
          <p:cNvPr id="9" name="Shape 7"/>
          <p:cNvSpPr/>
          <p:nvPr/>
        </p:nvSpPr>
        <p:spPr>
          <a:xfrm>
            <a:off x="5532120" y="4526280"/>
            <a:ext cx="640080" cy="640080"/>
          </a:xfrm>
          <a:prstGeom prst="ellipse">
            <a:avLst/>
          </a:prstGeom>
          <a:solidFill>
            <a:srgbClr val="F4A95F"/>
          </a:solidFill>
          <a:ln w="12700">
            <a:solidFill>
              <a:srgbClr val="F4A95F"/>
            </a:solidFill>
            <a:prstDash val="solid"/>
          </a:ln>
        </p:spPr>
      </p:sp>
      <p:pic>
        <p:nvPicPr>
          <p:cNvPr id="10" name="Image 0" descr="preencoded.png">    </p:cNvPr>
          <p:cNvPicPr>
            <a:picLocks noChangeAspect="1"/>
          </p:cNvPicPr>
          <p:nvPr/>
        </p:nvPicPr>
        <p:blipFill>
          <a:blip r:embed="rId2"/>
          <a:stretch>
            <a:fillRect/>
          </a:stretch>
        </p:blipFill>
        <p:spPr>
          <a:xfrm>
            <a:off x="5698541" y="4692701"/>
            <a:ext cx="307238" cy="307238"/>
          </a:xfrm>
          <a:prstGeom prst="rect">
            <a:avLst/>
          </a:prstGeom>
        </p:spPr>
      </p:pic>
      <p:sp>
        <p:nvSpPr>
          <p:cNvPr id="11" name="Text 8"/>
          <p:cNvSpPr txBox="1"/>
          <p:nvPr/>
        </p:nvSpPr>
        <p:spPr>
          <a:xfrm>
            <a:off x="3703320" y="4160520"/>
            <a:ext cx="1737360" cy="1371600"/>
          </a:xfrm>
          <a:prstGeom prst="rect">
            <a:avLst/>
          </a:prstGeom>
          <a:noFill/>
          <a:ln/>
        </p:spPr>
        <p:txBody>
          <a:bodyPr wrap="square" lIns="0" tIns="0" rIns="0" bIns="0" rtlCol="0" anchor="ctr"/>
          <a:lstStyle/>
          <a:p>
            <a:pPr rtl="1" algn="r" indent="0" marL="0">
              <a:buNone/>
            </a:pPr>
            <a:r>
              <a:rPr lang="ar-SA" altLang="en-US" sz="2000" b="1" dirty="0">
                <a:solidFill>
                  <a:srgbClr val="FBF3F6"/>
                </a:solidFill>
                <a:latin typeface="Arial" pitchFamily="34" charset="0"/>
                <a:ea typeface="Arial" pitchFamily="34" charset="-122"/>
                <a:cs typeface="Arial" pitchFamily="34" charset="-120"/>
              </a:rPr>
              <a:t>الأمان</a:t>
            </a:r>
            <a:endParaRPr lang="ar-SA" sz="2000" dirty="0"/>
          </a:p>
        </p:txBody>
      </p:sp>
      <p:sp>
        <p:nvSpPr>
          <p:cNvPr id="12" name="Shape 9"/>
          <p:cNvSpPr/>
          <p:nvPr/>
        </p:nvSpPr>
        <p:spPr>
          <a:xfrm>
            <a:off x="502920" y="4160520"/>
            <a:ext cx="2788920" cy="1371600"/>
          </a:xfrm>
          <a:prstGeom prst="roundRect">
            <a:avLst>
              <a:gd name="adj" fmla="val 12000"/>
            </a:avLst>
          </a:prstGeom>
          <a:solidFill>
            <a:srgbClr val="2B1F45"/>
          </a:solidFill>
          <a:ln w="12700">
            <a:solidFill>
              <a:srgbClr val="2B1F45"/>
            </a:solidFill>
            <a:prstDash val="solid"/>
          </a:ln>
        </p:spPr>
      </p:sp>
      <p:sp>
        <p:nvSpPr>
          <p:cNvPr id="13" name="Shape 10"/>
          <p:cNvSpPr/>
          <p:nvPr/>
        </p:nvSpPr>
        <p:spPr>
          <a:xfrm>
            <a:off x="2468880" y="4526280"/>
            <a:ext cx="640080" cy="640080"/>
          </a:xfrm>
          <a:prstGeom prst="ellipse">
            <a:avLst/>
          </a:prstGeom>
          <a:solidFill>
            <a:srgbClr val="E77E96"/>
          </a:solidFill>
          <a:ln w="12700">
            <a:solidFill>
              <a:srgbClr val="E77E96"/>
            </a:solidFill>
            <a:prstDash val="solid"/>
          </a:ln>
        </p:spPr>
      </p:sp>
      <p:pic>
        <p:nvPicPr>
          <p:cNvPr id="14" name="Image 1" descr="preencoded.png">    </p:cNvPr>
          <p:cNvPicPr>
            <a:picLocks noChangeAspect="1"/>
          </p:cNvPicPr>
          <p:nvPr/>
        </p:nvPicPr>
        <p:blipFill>
          <a:blip r:embed="rId3"/>
          <a:stretch>
            <a:fillRect/>
          </a:stretch>
        </p:blipFill>
        <p:spPr>
          <a:xfrm>
            <a:off x="2635301" y="4692701"/>
            <a:ext cx="307238" cy="307238"/>
          </a:xfrm>
          <a:prstGeom prst="rect">
            <a:avLst/>
          </a:prstGeom>
        </p:spPr>
      </p:pic>
      <p:sp>
        <p:nvSpPr>
          <p:cNvPr id="15" name="Text 11"/>
          <p:cNvSpPr txBox="1"/>
          <p:nvPr/>
        </p:nvSpPr>
        <p:spPr>
          <a:xfrm>
            <a:off x="640080" y="4160520"/>
            <a:ext cx="1737360" cy="1371600"/>
          </a:xfrm>
          <a:prstGeom prst="rect">
            <a:avLst/>
          </a:prstGeom>
          <a:noFill/>
          <a:ln/>
        </p:spPr>
        <p:txBody>
          <a:bodyPr wrap="square" lIns="0" tIns="0" rIns="0" bIns="0" rtlCol="0" anchor="ctr"/>
          <a:lstStyle/>
          <a:p>
            <a:pPr rtl="1" algn="r" indent="0" marL="0">
              <a:buNone/>
            </a:pPr>
            <a:r>
              <a:rPr lang="ar-SA" altLang="en-US" sz="2000" b="1" dirty="0">
                <a:solidFill>
                  <a:srgbClr val="FBF3F6"/>
                </a:solidFill>
                <a:latin typeface="Arial" pitchFamily="34" charset="0"/>
                <a:ea typeface="Arial" pitchFamily="34" charset="-122"/>
                <a:cs typeface="Arial" pitchFamily="34" charset="-120"/>
              </a:rPr>
              <a:t>الثقة</a:t>
            </a:r>
            <a:endParaRPr lang="ar-SA" sz="2000" dirty="0"/>
          </a:p>
        </p:txBody>
      </p:sp>
      <p:sp>
        <p:nvSpPr>
          <p:cNvPr id="16" name="Shape 12"/>
          <p:cNvSpPr/>
          <p:nvPr/>
        </p:nvSpPr>
        <p:spPr>
          <a:xfrm>
            <a:off x="3566160" y="5760720"/>
            <a:ext cx="2788920" cy="1371600"/>
          </a:xfrm>
          <a:prstGeom prst="roundRect">
            <a:avLst>
              <a:gd name="adj" fmla="val 12000"/>
            </a:avLst>
          </a:prstGeom>
          <a:solidFill>
            <a:srgbClr val="2B1F45"/>
          </a:solidFill>
          <a:ln w="12700">
            <a:solidFill>
              <a:srgbClr val="2B1F45"/>
            </a:solidFill>
            <a:prstDash val="solid"/>
          </a:ln>
        </p:spPr>
      </p:sp>
      <p:sp>
        <p:nvSpPr>
          <p:cNvPr id="17" name="Shape 13"/>
          <p:cNvSpPr/>
          <p:nvPr/>
        </p:nvSpPr>
        <p:spPr>
          <a:xfrm>
            <a:off x="5532120" y="6126480"/>
            <a:ext cx="640080" cy="640080"/>
          </a:xfrm>
          <a:prstGeom prst="ellipse">
            <a:avLst/>
          </a:prstGeom>
          <a:solidFill>
            <a:srgbClr val="E77E96"/>
          </a:solidFill>
          <a:ln w="12700">
            <a:solidFill>
              <a:srgbClr val="E77E96"/>
            </a:solidFill>
            <a:prstDash val="solid"/>
          </a:ln>
        </p:spPr>
      </p:sp>
      <p:pic>
        <p:nvPicPr>
          <p:cNvPr id="18" name="Image 2" descr="preencoded.png">    </p:cNvPr>
          <p:cNvPicPr>
            <a:picLocks noChangeAspect="1"/>
          </p:cNvPicPr>
          <p:nvPr/>
        </p:nvPicPr>
        <p:blipFill>
          <a:blip r:embed="rId4"/>
          <a:stretch>
            <a:fillRect/>
          </a:stretch>
        </p:blipFill>
        <p:spPr>
          <a:xfrm>
            <a:off x="5698541" y="6292901"/>
            <a:ext cx="307238" cy="307238"/>
          </a:xfrm>
          <a:prstGeom prst="rect">
            <a:avLst/>
          </a:prstGeom>
        </p:spPr>
      </p:pic>
      <p:sp>
        <p:nvSpPr>
          <p:cNvPr id="19" name="Text 14"/>
          <p:cNvSpPr txBox="1"/>
          <p:nvPr/>
        </p:nvSpPr>
        <p:spPr>
          <a:xfrm>
            <a:off x="3703320" y="5760720"/>
            <a:ext cx="1737360" cy="1371600"/>
          </a:xfrm>
          <a:prstGeom prst="rect">
            <a:avLst/>
          </a:prstGeom>
          <a:noFill/>
          <a:ln/>
        </p:spPr>
        <p:txBody>
          <a:bodyPr wrap="square" lIns="0" tIns="0" rIns="0" bIns="0" rtlCol="0" anchor="ctr"/>
          <a:lstStyle/>
          <a:p>
            <a:pPr rtl="1" algn="r" indent="0" marL="0">
              <a:buNone/>
            </a:pPr>
            <a:r>
              <a:rPr lang="ar-SA" altLang="en-US" sz="2000" b="1" dirty="0">
                <a:solidFill>
                  <a:srgbClr val="FBF3F6"/>
                </a:solidFill>
                <a:latin typeface="Arial" pitchFamily="34" charset="0"/>
                <a:ea typeface="Arial" pitchFamily="34" charset="-122"/>
                <a:cs typeface="Arial" pitchFamily="34" charset="-120"/>
              </a:rPr>
              <a:t>الاحترام</a:t>
            </a:r>
            <a:endParaRPr lang="ar-SA" sz="2000" dirty="0"/>
          </a:p>
        </p:txBody>
      </p:sp>
      <p:sp>
        <p:nvSpPr>
          <p:cNvPr id="20" name="Shape 15"/>
          <p:cNvSpPr/>
          <p:nvPr/>
        </p:nvSpPr>
        <p:spPr>
          <a:xfrm>
            <a:off x="502920" y="5760720"/>
            <a:ext cx="2788920" cy="1371600"/>
          </a:xfrm>
          <a:prstGeom prst="roundRect">
            <a:avLst>
              <a:gd name="adj" fmla="val 12000"/>
            </a:avLst>
          </a:prstGeom>
          <a:solidFill>
            <a:srgbClr val="2B1F45"/>
          </a:solidFill>
          <a:ln w="12700">
            <a:solidFill>
              <a:srgbClr val="2B1F45"/>
            </a:solidFill>
            <a:prstDash val="solid"/>
          </a:ln>
        </p:spPr>
      </p:sp>
      <p:sp>
        <p:nvSpPr>
          <p:cNvPr id="21" name="Shape 16"/>
          <p:cNvSpPr/>
          <p:nvPr/>
        </p:nvSpPr>
        <p:spPr>
          <a:xfrm>
            <a:off x="2468880" y="6126480"/>
            <a:ext cx="640080" cy="640080"/>
          </a:xfrm>
          <a:prstGeom prst="ellipse">
            <a:avLst/>
          </a:prstGeom>
          <a:solidFill>
            <a:srgbClr val="F4A95F"/>
          </a:solidFill>
          <a:ln w="12700">
            <a:solidFill>
              <a:srgbClr val="F4A95F"/>
            </a:solidFill>
            <a:prstDash val="solid"/>
          </a:ln>
        </p:spPr>
      </p:sp>
      <p:pic>
        <p:nvPicPr>
          <p:cNvPr id="22" name="Image 3" descr="preencoded.png">    </p:cNvPr>
          <p:cNvPicPr>
            <a:picLocks noChangeAspect="1"/>
          </p:cNvPicPr>
          <p:nvPr/>
        </p:nvPicPr>
        <p:blipFill>
          <a:blip r:embed="rId5"/>
          <a:stretch>
            <a:fillRect/>
          </a:stretch>
        </p:blipFill>
        <p:spPr>
          <a:xfrm>
            <a:off x="2635301" y="6292901"/>
            <a:ext cx="307238" cy="307238"/>
          </a:xfrm>
          <a:prstGeom prst="rect">
            <a:avLst/>
          </a:prstGeom>
        </p:spPr>
      </p:pic>
      <p:sp>
        <p:nvSpPr>
          <p:cNvPr id="23" name="Text 17"/>
          <p:cNvSpPr txBox="1"/>
          <p:nvPr/>
        </p:nvSpPr>
        <p:spPr>
          <a:xfrm>
            <a:off x="640080" y="5760720"/>
            <a:ext cx="1737360" cy="1371600"/>
          </a:xfrm>
          <a:prstGeom prst="rect">
            <a:avLst/>
          </a:prstGeom>
          <a:noFill/>
          <a:ln/>
        </p:spPr>
        <p:txBody>
          <a:bodyPr wrap="square" lIns="0" tIns="0" rIns="0" bIns="0" rtlCol="0" anchor="ctr"/>
          <a:lstStyle/>
          <a:p>
            <a:pPr rtl="1" algn="r" indent="0" marL="0">
              <a:buNone/>
            </a:pPr>
            <a:r>
              <a:rPr lang="ar-SA" altLang="en-US" sz="2000" b="1" dirty="0">
                <a:solidFill>
                  <a:srgbClr val="FBF3F6"/>
                </a:solidFill>
                <a:latin typeface="Arial" pitchFamily="34" charset="0"/>
                <a:ea typeface="Arial" pitchFamily="34" charset="-122"/>
                <a:cs typeface="Arial" pitchFamily="34" charset="-120"/>
              </a:rPr>
              <a:t>المودة</a:t>
            </a:r>
            <a:endParaRPr lang="ar-SA" sz="2000" dirty="0"/>
          </a:p>
        </p:txBody>
      </p:sp>
      <p:sp>
        <p:nvSpPr>
          <p:cNvPr id="24" name="Shape 18"/>
          <p:cNvSpPr/>
          <p:nvPr/>
        </p:nvSpPr>
        <p:spPr>
          <a:xfrm>
            <a:off x="3566160" y="7360920"/>
            <a:ext cx="2788920" cy="1371600"/>
          </a:xfrm>
          <a:prstGeom prst="roundRect">
            <a:avLst>
              <a:gd name="adj" fmla="val 12000"/>
            </a:avLst>
          </a:prstGeom>
          <a:solidFill>
            <a:srgbClr val="2B1F45"/>
          </a:solidFill>
          <a:ln w="12700">
            <a:solidFill>
              <a:srgbClr val="2B1F45"/>
            </a:solidFill>
            <a:prstDash val="solid"/>
          </a:ln>
        </p:spPr>
      </p:sp>
      <p:sp>
        <p:nvSpPr>
          <p:cNvPr id="25" name="Shape 19"/>
          <p:cNvSpPr/>
          <p:nvPr/>
        </p:nvSpPr>
        <p:spPr>
          <a:xfrm>
            <a:off x="5532120" y="7726680"/>
            <a:ext cx="640080" cy="640080"/>
          </a:xfrm>
          <a:prstGeom prst="ellipse">
            <a:avLst/>
          </a:prstGeom>
          <a:solidFill>
            <a:srgbClr val="F4A95F"/>
          </a:solidFill>
          <a:ln w="12700">
            <a:solidFill>
              <a:srgbClr val="F4A95F"/>
            </a:solidFill>
            <a:prstDash val="solid"/>
          </a:ln>
        </p:spPr>
      </p:sp>
      <p:pic>
        <p:nvPicPr>
          <p:cNvPr id="26" name="Image 4" descr="preencoded.png">    </p:cNvPr>
          <p:cNvPicPr>
            <a:picLocks noChangeAspect="1"/>
          </p:cNvPicPr>
          <p:nvPr/>
        </p:nvPicPr>
        <p:blipFill>
          <a:blip r:embed="rId6"/>
          <a:stretch>
            <a:fillRect/>
          </a:stretch>
        </p:blipFill>
        <p:spPr>
          <a:xfrm>
            <a:off x="5698541" y="7893101"/>
            <a:ext cx="307238" cy="307238"/>
          </a:xfrm>
          <a:prstGeom prst="rect">
            <a:avLst/>
          </a:prstGeom>
        </p:spPr>
      </p:pic>
      <p:sp>
        <p:nvSpPr>
          <p:cNvPr id="27" name="Text 20"/>
          <p:cNvSpPr txBox="1"/>
          <p:nvPr/>
        </p:nvSpPr>
        <p:spPr>
          <a:xfrm>
            <a:off x="3703320" y="7360920"/>
            <a:ext cx="1737360" cy="1371600"/>
          </a:xfrm>
          <a:prstGeom prst="rect">
            <a:avLst/>
          </a:prstGeom>
          <a:noFill/>
          <a:ln/>
        </p:spPr>
        <p:txBody>
          <a:bodyPr wrap="square" lIns="0" tIns="0" rIns="0" bIns="0" rtlCol="0" anchor="ctr"/>
          <a:lstStyle/>
          <a:p>
            <a:pPr rtl="1" algn="r" indent="0" marL="0">
              <a:buNone/>
            </a:pPr>
            <a:r>
              <a:rPr lang="ar-SA" altLang="en-US" sz="2000" b="1" dirty="0">
                <a:solidFill>
                  <a:srgbClr val="FBF3F6"/>
                </a:solidFill>
                <a:latin typeface="Arial" pitchFamily="34" charset="0"/>
                <a:ea typeface="Arial" pitchFamily="34" charset="-122"/>
                <a:cs typeface="Arial" pitchFamily="34" charset="-120"/>
              </a:rPr>
              <a:t>الحضور</a:t>
            </a:r>
            <a:endParaRPr lang="ar-SA" sz="2000" dirty="0"/>
          </a:p>
        </p:txBody>
      </p:sp>
      <p:sp>
        <p:nvSpPr>
          <p:cNvPr id="28" name="Shape 21"/>
          <p:cNvSpPr/>
          <p:nvPr/>
        </p:nvSpPr>
        <p:spPr>
          <a:xfrm>
            <a:off x="502920" y="7360920"/>
            <a:ext cx="2788920" cy="1371600"/>
          </a:xfrm>
          <a:prstGeom prst="roundRect">
            <a:avLst>
              <a:gd name="adj" fmla="val 12000"/>
            </a:avLst>
          </a:prstGeom>
          <a:solidFill>
            <a:srgbClr val="2B1F45"/>
          </a:solidFill>
          <a:ln w="12700">
            <a:solidFill>
              <a:srgbClr val="2B1F45"/>
            </a:solidFill>
            <a:prstDash val="solid"/>
          </a:ln>
        </p:spPr>
      </p:sp>
      <p:sp>
        <p:nvSpPr>
          <p:cNvPr id="29" name="Shape 22"/>
          <p:cNvSpPr/>
          <p:nvPr/>
        </p:nvSpPr>
        <p:spPr>
          <a:xfrm>
            <a:off x="2468880" y="7726680"/>
            <a:ext cx="640080" cy="640080"/>
          </a:xfrm>
          <a:prstGeom prst="ellipse">
            <a:avLst/>
          </a:prstGeom>
          <a:solidFill>
            <a:srgbClr val="E77E96"/>
          </a:solidFill>
          <a:ln w="12700">
            <a:solidFill>
              <a:srgbClr val="E77E96"/>
            </a:solidFill>
            <a:prstDash val="solid"/>
          </a:ln>
        </p:spPr>
      </p:sp>
      <p:pic>
        <p:nvPicPr>
          <p:cNvPr id="30" name="Image 5" descr="preencoded.png">    </p:cNvPr>
          <p:cNvPicPr>
            <a:picLocks noChangeAspect="1"/>
          </p:cNvPicPr>
          <p:nvPr/>
        </p:nvPicPr>
        <p:blipFill>
          <a:blip r:embed="rId7"/>
          <a:stretch>
            <a:fillRect/>
          </a:stretch>
        </p:blipFill>
        <p:spPr>
          <a:xfrm>
            <a:off x="2635301" y="7893101"/>
            <a:ext cx="307238" cy="307238"/>
          </a:xfrm>
          <a:prstGeom prst="rect">
            <a:avLst/>
          </a:prstGeom>
        </p:spPr>
      </p:pic>
      <p:sp>
        <p:nvSpPr>
          <p:cNvPr id="31" name="Text 23"/>
          <p:cNvSpPr txBox="1"/>
          <p:nvPr/>
        </p:nvSpPr>
        <p:spPr>
          <a:xfrm>
            <a:off x="640080" y="7360920"/>
            <a:ext cx="1737360" cy="1371600"/>
          </a:xfrm>
          <a:prstGeom prst="rect">
            <a:avLst/>
          </a:prstGeom>
          <a:noFill/>
          <a:ln/>
        </p:spPr>
        <p:txBody>
          <a:bodyPr wrap="square" lIns="0" tIns="0" rIns="0" bIns="0" rtlCol="0" anchor="ctr"/>
          <a:lstStyle/>
          <a:p>
            <a:pPr rtl="1" algn="r" indent="0" marL="0">
              <a:buNone/>
            </a:pPr>
            <a:r>
              <a:rPr lang="ar-SA" altLang="en-US" sz="1600" b="1" dirty="0">
                <a:solidFill>
                  <a:srgbClr val="FBF3F6"/>
                </a:solidFill>
                <a:latin typeface="Arial" pitchFamily="34" charset="0"/>
                <a:ea typeface="Arial" pitchFamily="34" charset="-122"/>
                <a:cs typeface="Arial" pitchFamily="34" charset="-120"/>
              </a:rPr>
              <a:t>القدرة على التعبير</a:t>
            </a:r>
            <a:endParaRPr lang="ar-SA" sz="1600" dirty="0"/>
          </a:p>
        </p:txBody>
      </p:sp>
      <p:sp>
        <p:nvSpPr>
          <p:cNvPr id="32" name="Shape 24"/>
          <p:cNvSpPr/>
          <p:nvPr/>
        </p:nvSpPr>
        <p:spPr>
          <a:xfrm>
            <a:off x="502920" y="9144000"/>
            <a:ext cx="5852160" cy="2194560"/>
          </a:xfrm>
          <a:prstGeom prst="roundRect">
            <a:avLst>
              <a:gd name="adj" fmla="val 7500"/>
            </a:avLst>
          </a:prstGeom>
          <a:solidFill>
            <a:srgbClr val="362757"/>
          </a:solidFill>
          <a:ln w="12700">
            <a:solidFill>
              <a:srgbClr val="362757"/>
            </a:solidFill>
            <a:prstDash val="solid"/>
          </a:ln>
        </p:spPr>
      </p:sp>
      <p:sp>
        <p:nvSpPr>
          <p:cNvPr id="33" name="Text 25"/>
          <p:cNvSpPr txBox="1"/>
          <p:nvPr/>
        </p:nvSpPr>
        <p:spPr>
          <a:xfrm>
            <a:off x="822960" y="9372600"/>
            <a:ext cx="5212080" cy="1737360"/>
          </a:xfrm>
          <a:prstGeom prst="rect">
            <a:avLst/>
          </a:prstGeom>
          <a:noFill/>
          <a:ln/>
        </p:spPr>
        <p:txBody>
          <a:bodyPr wrap="square" lIns="0" tIns="0" rIns="0" bIns="0" rtlCol="0" anchor="ctr"/>
          <a:lstStyle/>
          <a:p>
            <a:pPr rtl="1" algn="r" indent="0" marL="0">
              <a:lnSpc>
                <a:spcPct val="115000"/>
              </a:lnSpc>
              <a:buNone/>
            </a:pPr>
            <a:r>
              <a:rPr lang="ar-SA" altLang="en-US" sz="1700" dirty="0">
                <a:solidFill>
                  <a:srgbClr val="FBF3F6"/>
                </a:solidFill>
                <a:latin typeface="Arial" pitchFamily="34" charset="0"/>
                <a:ea typeface="Arial" pitchFamily="34" charset="-122"/>
                <a:cs typeface="Arial" pitchFamily="34" charset="-120"/>
              </a:rPr>
              <a:t>عندما يشعر أحد الزوجين بأنه غير مسموع أو غير مقدَّر أو غير آمن عاطفيًا، قد يصبح الجانب الجسدي منفصلًا عن الاتصال الإنساني الذي يحتاج إليه.</a:t>
            </a:r>
            <a:endParaRPr lang="ar-SA"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02920" y="566928"/>
            <a:ext cx="329184" cy="329184"/>
          </a:xfrm>
          <a:prstGeom prst="ellipse">
            <a:avLst/>
          </a:prstGeom>
          <a:ln w="19050">
            <a:solidFill>
              <a:srgbClr val="E77E96"/>
            </a:solidFill>
            <a:prstDash val="solid"/>
          </a:ln>
        </p:spPr>
      </p:sp>
      <p:sp>
        <p:nvSpPr>
          <p:cNvPr id="3" name="Shape 1"/>
          <p:cNvSpPr/>
          <p:nvPr/>
        </p:nvSpPr>
        <p:spPr>
          <a:xfrm>
            <a:off x="733349" y="566928"/>
            <a:ext cx="329184" cy="329184"/>
          </a:xfrm>
          <a:prstGeom prst="ellipse">
            <a:avLst/>
          </a:prstGeom>
          <a:ln w="19050">
            <a:solidFill>
              <a:srgbClr val="F4A95F"/>
            </a:solidFill>
            <a:prstDash val="solid"/>
          </a:ln>
        </p:spPr>
      </p:sp>
      <p:sp>
        <p:nvSpPr>
          <p:cNvPr id="4" name="Text 2"/>
          <p:cNvSpPr txBox="1"/>
          <p:nvPr/>
        </p:nvSpPr>
        <p:spPr>
          <a:xfrm>
            <a:off x="1161288" y="566928"/>
            <a:ext cx="1280160" cy="329184"/>
          </a:xfrm>
          <a:prstGeom prst="rect">
            <a:avLst/>
          </a:prstGeom>
          <a:noFill/>
          <a:ln/>
        </p:spPr>
        <p:txBody>
          <a:bodyPr wrap="square" lIns="0" tIns="0" rIns="0" bIns="0" rtlCol="0" anchor="ctr"/>
          <a:lstStyle/>
          <a:p>
            <a:pPr algn="l" indent="0" marL="0">
              <a:buNone/>
            </a:pPr>
            <a:r>
              <a:rPr lang="en-US" altLang="en-US" sz="1100" dirty="0">
                <a:solidFill>
                  <a:srgbClr val="C4B3D2"/>
                </a:solidFill>
                <a:latin typeface="Arial" pitchFamily="34" charset="0"/>
                <a:ea typeface="Arial" pitchFamily="34" charset="-122"/>
                <a:cs typeface="Arial" pitchFamily="34" charset="-120"/>
              </a:rPr>
              <a:t>10 / 21</a:t>
            </a:r>
            <a:endParaRPr lang="en-US" sz="1100" dirty="0"/>
          </a:p>
        </p:txBody>
      </p:sp>
      <p:sp>
        <p:nvSpPr>
          <p:cNvPr id="5" name="Text 3"/>
          <p:cNvSpPr txBox="1"/>
          <p:nvPr/>
        </p:nvSpPr>
        <p:spPr>
          <a:xfrm>
            <a:off x="2514600" y="566928"/>
            <a:ext cx="3840480" cy="329184"/>
          </a:xfrm>
          <a:prstGeom prst="rect">
            <a:avLst/>
          </a:prstGeom>
          <a:noFill/>
          <a:ln/>
        </p:spPr>
        <p:txBody>
          <a:bodyPr wrap="square" lIns="0" tIns="0" rIns="0" bIns="0" rtlCol="0" anchor="ctr"/>
          <a:lstStyle/>
          <a:p>
            <a:pPr rtl="1" algn="r" indent="0" marL="0">
              <a:buNone/>
            </a:pPr>
            <a:r>
              <a:rPr lang="ar-SA" altLang="en-US" sz="1400" b="1" dirty="0">
                <a:solidFill>
                  <a:srgbClr val="F4A95F"/>
                </a:solidFill>
                <a:latin typeface="Arial" pitchFamily="34" charset="0"/>
                <a:ea typeface="Arial" pitchFamily="34" charset="-122"/>
                <a:cs typeface="Arial" pitchFamily="34" charset="-120"/>
              </a:rPr>
              <a:t>البعد الروحي</a:t>
            </a:r>
            <a:endParaRPr lang="ar-SA" sz="1400" dirty="0"/>
          </a:p>
        </p:txBody>
      </p:sp>
      <p:sp>
        <p:nvSpPr>
          <p:cNvPr id="6" name="Text 4"/>
          <p:cNvSpPr txBox="1"/>
          <p:nvPr/>
        </p:nvSpPr>
        <p:spPr>
          <a:xfrm>
            <a:off x="502920" y="1143000"/>
            <a:ext cx="5852160" cy="1234440"/>
          </a:xfrm>
          <a:prstGeom prst="rect">
            <a:avLst/>
          </a:prstGeom>
          <a:noFill/>
          <a:ln/>
        </p:spPr>
        <p:txBody>
          <a:bodyPr wrap="square" lIns="0" tIns="0" rIns="0" bIns="0" rtlCol="0" anchor="t"/>
          <a:lstStyle/>
          <a:p>
            <a:pPr rtl="1" algn="r" indent="0" marL="0">
              <a:lnSpc>
                <a:spcPct val="105000"/>
              </a:lnSpc>
              <a:buNone/>
            </a:pPr>
            <a:r>
              <a:rPr lang="ar-SA" altLang="en-US" sz="3200" b="1" dirty="0">
                <a:solidFill>
                  <a:srgbClr val="FBF3F6"/>
                </a:solidFill>
                <a:latin typeface="Arial" pitchFamily="34" charset="0"/>
                <a:ea typeface="Arial" pitchFamily="34" charset="-122"/>
                <a:cs typeface="Arial" pitchFamily="34" charset="-120"/>
              </a:rPr>
              <a:t>أن نسير في اتجاه مشترك</a:t>
            </a:r>
            <a:endParaRPr lang="ar-SA" sz="3200" dirty="0"/>
          </a:p>
        </p:txBody>
      </p:sp>
      <p:sp>
        <p:nvSpPr>
          <p:cNvPr id="7" name="Text 5"/>
          <p:cNvSpPr txBox="1"/>
          <p:nvPr/>
        </p:nvSpPr>
        <p:spPr>
          <a:xfrm>
            <a:off x="502920" y="2560320"/>
            <a:ext cx="5852160" cy="502920"/>
          </a:xfrm>
          <a:prstGeom prst="rect">
            <a:avLst/>
          </a:prstGeom>
          <a:noFill/>
          <a:ln/>
        </p:spPr>
        <p:txBody>
          <a:bodyPr wrap="square" lIns="0" tIns="0" rIns="0" bIns="0" rtlCol="0" anchor="t"/>
          <a:lstStyle/>
          <a:p>
            <a:pPr rtl="1" algn="r" indent="0" marL="0">
              <a:buNone/>
            </a:pPr>
            <a:r>
              <a:rPr lang="ar-SA" altLang="en-US" sz="1800" dirty="0">
                <a:solidFill>
                  <a:srgbClr val="C4B3D2"/>
                </a:solidFill>
                <a:latin typeface="Arial" pitchFamily="34" charset="0"/>
                <a:ea typeface="Arial" pitchFamily="34" charset="-122"/>
                <a:cs typeface="Arial" pitchFamily="34" charset="-120"/>
              </a:rPr>
              <a:t>المعنى المشترك الذي يمنحه الزوجان لعلاقتهما:</a:t>
            </a:r>
            <a:endParaRPr lang="ar-SA" sz="1800" dirty="0"/>
          </a:p>
        </p:txBody>
      </p:sp>
      <p:sp>
        <p:nvSpPr>
          <p:cNvPr id="8" name="Shape 6"/>
          <p:cNvSpPr/>
          <p:nvPr/>
        </p:nvSpPr>
        <p:spPr>
          <a:xfrm>
            <a:off x="5920740" y="3726180"/>
            <a:ext cx="0" cy="4251960"/>
          </a:xfrm>
          <a:prstGeom prst="line">
            <a:avLst/>
          </a:prstGeom>
          <a:noFill/>
          <a:ln w="25400">
            <a:solidFill>
              <a:srgbClr val="F4A95F"/>
            </a:solidFill>
            <a:prstDash val="dash"/>
          </a:ln>
        </p:spPr>
      </p:sp>
      <p:sp>
        <p:nvSpPr>
          <p:cNvPr id="9" name="Shape 7"/>
          <p:cNvSpPr/>
          <p:nvPr/>
        </p:nvSpPr>
        <p:spPr>
          <a:xfrm>
            <a:off x="5486400" y="3291840"/>
            <a:ext cx="868680" cy="868680"/>
          </a:xfrm>
          <a:prstGeom prst="ellipse">
            <a:avLst/>
          </a:prstGeom>
          <a:solidFill>
            <a:srgbClr val="F4A95F"/>
          </a:solidFill>
          <a:ln w="12700">
            <a:solidFill>
              <a:srgbClr val="F4A95F"/>
            </a:solidFill>
            <a:prstDash val="solid"/>
          </a:ln>
        </p:spPr>
      </p:sp>
      <p:pic>
        <p:nvPicPr>
          <p:cNvPr id="10" name="Image 0" descr="preencoded.png">    </p:cNvPr>
          <p:cNvPicPr>
            <a:picLocks noChangeAspect="1"/>
          </p:cNvPicPr>
          <p:nvPr/>
        </p:nvPicPr>
        <p:blipFill>
          <a:blip r:embed="rId2"/>
          <a:stretch>
            <a:fillRect/>
          </a:stretch>
        </p:blipFill>
        <p:spPr>
          <a:xfrm>
            <a:off x="5712257" y="3517697"/>
            <a:ext cx="416966" cy="416966"/>
          </a:xfrm>
          <a:prstGeom prst="rect">
            <a:avLst/>
          </a:prstGeom>
        </p:spPr>
      </p:pic>
      <p:sp>
        <p:nvSpPr>
          <p:cNvPr id="11" name="Text 8"/>
          <p:cNvSpPr txBox="1"/>
          <p:nvPr/>
        </p:nvSpPr>
        <p:spPr>
          <a:xfrm>
            <a:off x="502920" y="3291840"/>
            <a:ext cx="4709160" cy="868680"/>
          </a:xfrm>
          <a:prstGeom prst="rect">
            <a:avLst/>
          </a:prstGeom>
          <a:noFill/>
          <a:ln/>
        </p:spPr>
        <p:txBody>
          <a:bodyPr wrap="square" lIns="0" tIns="0" rIns="0" bIns="0" rtlCol="0" anchor="ctr"/>
          <a:lstStyle/>
          <a:p>
            <a:pPr rtl="1" algn="r" indent="0" marL="0">
              <a:buNone/>
            </a:pPr>
            <a:r>
              <a:rPr lang="ar-SA" altLang="en-US" sz="2100" b="1" dirty="0">
                <a:solidFill>
                  <a:srgbClr val="FBF3F6"/>
                </a:solidFill>
                <a:latin typeface="Arial" pitchFamily="34" charset="0"/>
                <a:ea typeface="Arial" pitchFamily="34" charset="-122"/>
                <a:cs typeface="Arial" pitchFamily="34" charset="-120"/>
              </a:rPr>
              <a:t>القيم التي تجمعهما</a:t>
            </a:r>
            <a:endParaRPr lang="ar-SA" sz="2100" dirty="0"/>
          </a:p>
        </p:txBody>
      </p:sp>
      <p:sp>
        <p:nvSpPr>
          <p:cNvPr id="12" name="Shape 9"/>
          <p:cNvSpPr/>
          <p:nvPr/>
        </p:nvSpPr>
        <p:spPr>
          <a:xfrm>
            <a:off x="5486400" y="4709160"/>
            <a:ext cx="868680" cy="868680"/>
          </a:xfrm>
          <a:prstGeom prst="ellipse">
            <a:avLst/>
          </a:prstGeom>
          <a:solidFill>
            <a:srgbClr val="F4A95F"/>
          </a:solidFill>
          <a:ln w="12700">
            <a:solidFill>
              <a:srgbClr val="F4A95F"/>
            </a:solidFill>
            <a:prstDash val="solid"/>
          </a:ln>
        </p:spPr>
      </p:sp>
      <p:pic>
        <p:nvPicPr>
          <p:cNvPr id="13" name="Image 1" descr="preencoded.png">    </p:cNvPr>
          <p:cNvPicPr>
            <a:picLocks noChangeAspect="1"/>
          </p:cNvPicPr>
          <p:nvPr/>
        </p:nvPicPr>
        <p:blipFill>
          <a:blip r:embed="rId3"/>
          <a:stretch>
            <a:fillRect/>
          </a:stretch>
        </p:blipFill>
        <p:spPr>
          <a:xfrm>
            <a:off x="5712257" y="4935017"/>
            <a:ext cx="416966" cy="416966"/>
          </a:xfrm>
          <a:prstGeom prst="rect">
            <a:avLst/>
          </a:prstGeom>
        </p:spPr>
      </p:pic>
      <p:sp>
        <p:nvSpPr>
          <p:cNvPr id="14" name="Text 10"/>
          <p:cNvSpPr txBox="1"/>
          <p:nvPr/>
        </p:nvSpPr>
        <p:spPr>
          <a:xfrm>
            <a:off x="502920" y="4709160"/>
            <a:ext cx="4709160" cy="868680"/>
          </a:xfrm>
          <a:prstGeom prst="rect">
            <a:avLst/>
          </a:prstGeom>
          <a:noFill/>
          <a:ln/>
        </p:spPr>
        <p:txBody>
          <a:bodyPr wrap="square" lIns="0" tIns="0" rIns="0" bIns="0" rtlCol="0" anchor="ctr"/>
          <a:lstStyle/>
          <a:p>
            <a:pPr rtl="1" algn="r" indent="0" marL="0">
              <a:buNone/>
            </a:pPr>
            <a:r>
              <a:rPr lang="ar-SA" altLang="en-US" sz="2100" b="1" dirty="0">
                <a:solidFill>
                  <a:srgbClr val="FBF3F6"/>
                </a:solidFill>
                <a:latin typeface="Arial" pitchFamily="34" charset="0"/>
                <a:ea typeface="Arial" pitchFamily="34" charset="-122"/>
                <a:cs typeface="Arial" pitchFamily="34" charset="-120"/>
              </a:rPr>
              <a:t>نظرة كل منهما إلى الحياة</a:t>
            </a:r>
            <a:endParaRPr lang="ar-SA" sz="2100" dirty="0"/>
          </a:p>
        </p:txBody>
      </p:sp>
      <p:sp>
        <p:nvSpPr>
          <p:cNvPr id="15" name="Shape 11"/>
          <p:cNvSpPr/>
          <p:nvPr/>
        </p:nvSpPr>
        <p:spPr>
          <a:xfrm>
            <a:off x="5486400" y="6126480"/>
            <a:ext cx="868680" cy="868680"/>
          </a:xfrm>
          <a:prstGeom prst="ellipse">
            <a:avLst/>
          </a:prstGeom>
          <a:solidFill>
            <a:srgbClr val="F4A95F"/>
          </a:solidFill>
          <a:ln w="12700">
            <a:solidFill>
              <a:srgbClr val="F4A95F"/>
            </a:solidFill>
            <a:prstDash val="solid"/>
          </a:ln>
        </p:spPr>
      </p:sp>
      <p:pic>
        <p:nvPicPr>
          <p:cNvPr id="16" name="Image 2" descr="preencoded.png">    </p:cNvPr>
          <p:cNvPicPr>
            <a:picLocks noChangeAspect="1"/>
          </p:cNvPicPr>
          <p:nvPr/>
        </p:nvPicPr>
        <p:blipFill>
          <a:blip r:embed="rId4"/>
          <a:stretch>
            <a:fillRect/>
          </a:stretch>
        </p:blipFill>
        <p:spPr>
          <a:xfrm>
            <a:off x="5712257" y="6352337"/>
            <a:ext cx="416966" cy="416966"/>
          </a:xfrm>
          <a:prstGeom prst="rect">
            <a:avLst/>
          </a:prstGeom>
        </p:spPr>
      </p:pic>
      <p:sp>
        <p:nvSpPr>
          <p:cNvPr id="17" name="Text 12"/>
          <p:cNvSpPr txBox="1"/>
          <p:nvPr/>
        </p:nvSpPr>
        <p:spPr>
          <a:xfrm>
            <a:off x="502920" y="6126480"/>
            <a:ext cx="4709160" cy="868680"/>
          </a:xfrm>
          <a:prstGeom prst="rect">
            <a:avLst/>
          </a:prstGeom>
          <a:noFill/>
          <a:ln/>
        </p:spPr>
        <p:txBody>
          <a:bodyPr wrap="square" lIns="0" tIns="0" rIns="0" bIns="0" rtlCol="0" anchor="ctr"/>
          <a:lstStyle/>
          <a:p>
            <a:pPr rtl="1" algn="r" indent="0" marL="0">
              <a:buNone/>
            </a:pPr>
            <a:r>
              <a:rPr lang="ar-SA" altLang="en-US" sz="2100" b="1" dirty="0">
                <a:solidFill>
                  <a:srgbClr val="FBF3F6"/>
                </a:solidFill>
                <a:latin typeface="Arial" pitchFamily="34" charset="0"/>
                <a:ea typeface="Arial" pitchFamily="34" charset="-122"/>
                <a:cs typeface="Arial" pitchFamily="34" charset="-120"/>
              </a:rPr>
              <a:t>الأهداف التي يريدان تحقيقها</a:t>
            </a:r>
            <a:endParaRPr lang="ar-SA" sz="2100" dirty="0"/>
          </a:p>
        </p:txBody>
      </p:sp>
      <p:sp>
        <p:nvSpPr>
          <p:cNvPr id="18" name="Shape 13"/>
          <p:cNvSpPr/>
          <p:nvPr/>
        </p:nvSpPr>
        <p:spPr>
          <a:xfrm>
            <a:off x="5486400" y="7543800"/>
            <a:ext cx="868680" cy="868680"/>
          </a:xfrm>
          <a:prstGeom prst="ellipse">
            <a:avLst/>
          </a:prstGeom>
          <a:solidFill>
            <a:srgbClr val="E77E96"/>
          </a:solidFill>
          <a:ln w="12700">
            <a:solidFill>
              <a:srgbClr val="E77E96"/>
            </a:solidFill>
            <a:prstDash val="solid"/>
          </a:ln>
        </p:spPr>
      </p:sp>
      <p:pic>
        <p:nvPicPr>
          <p:cNvPr id="19" name="Image 3" descr="preencoded.png">    </p:cNvPr>
          <p:cNvPicPr>
            <a:picLocks noChangeAspect="1"/>
          </p:cNvPicPr>
          <p:nvPr/>
        </p:nvPicPr>
        <p:blipFill>
          <a:blip r:embed="rId5"/>
          <a:stretch>
            <a:fillRect/>
          </a:stretch>
        </p:blipFill>
        <p:spPr>
          <a:xfrm>
            <a:off x="5712257" y="7769657"/>
            <a:ext cx="416966" cy="416966"/>
          </a:xfrm>
          <a:prstGeom prst="rect">
            <a:avLst/>
          </a:prstGeom>
        </p:spPr>
      </p:pic>
      <p:sp>
        <p:nvSpPr>
          <p:cNvPr id="20" name="Text 14"/>
          <p:cNvSpPr txBox="1"/>
          <p:nvPr/>
        </p:nvSpPr>
        <p:spPr>
          <a:xfrm>
            <a:off x="502920" y="7543800"/>
            <a:ext cx="4709160" cy="868680"/>
          </a:xfrm>
          <a:prstGeom prst="rect">
            <a:avLst/>
          </a:prstGeom>
          <a:noFill/>
          <a:ln/>
        </p:spPr>
        <p:txBody>
          <a:bodyPr wrap="square" lIns="0" tIns="0" rIns="0" bIns="0" rtlCol="0" anchor="ctr"/>
          <a:lstStyle/>
          <a:p>
            <a:pPr rtl="1" algn="r" indent="0" marL="0">
              <a:buNone/>
            </a:pPr>
            <a:r>
              <a:rPr lang="ar-SA" altLang="en-US" sz="2100" b="1" dirty="0">
                <a:solidFill>
                  <a:srgbClr val="FBF3F6"/>
                </a:solidFill>
                <a:latin typeface="Arial" pitchFamily="34" charset="0"/>
                <a:ea typeface="Arial" pitchFamily="34" charset="-122"/>
                <a:cs typeface="Arial" pitchFamily="34" charset="-120"/>
              </a:rPr>
              <a:t>الشعور بأنهما يسيران في اتجاه واحد</a:t>
            </a:r>
            <a:endParaRPr lang="ar-SA" sz="2100" dirty="0"/>
          </a:p>
        </p:txBody>
      </p:sp>
      <p:sp>
        <p:nvSpPr>
          <p:cNvPr id="21" name="Shape 15"/>
          <p:cNvSpPr/>
          <p:nvPr/>
        </p:nvSpPr>
        <p:spPr>
          <a:xfrm>
            <a:off x="502920" y="9052560"/>
            <a:ext cx="5852160" cy="2148840"/>
          </a:xfrm>
          <a:prstGeom prst="roundRect">
            <a:avLst>
              <a:gd name="adj" fmla="val 7660"/>
            </a:avLst>
          </a:prstGeom>
          <a:solidFill>
            <a:srgbClr val="2B1F45"/>
          </a:solidFill>
          <a:ln w="12700">
            <a:solidFill>
              <a:srgbClr val="2B1F45"/>
            </a:solidFill>
            <a:prstDash val="solid"/>
          </a:ln>
        </p:spPr>
      </p:sp>
      <p:sp>
        <p:nvSpPr>
          <p:cNvPr id="22" name="Text 16"/>
          <p:cNvSpPr txBox="1"/>
          <p:nvPr/>
        </p:nvSpPr>
        <p:spPr>
          <a:xfrm>
            <a:off x="822960" y="9281160"/>
            <a:ext cx="5212080" cy="822960"/>
          </a:xfrm>
          <a:prstGeom prst="rect">
            <a:avLst/>
          </a:prstGeom>
          <a:noFill/>
          <a:ln/>
        </p:spPr>
        <p:txBody>
          <a:bodyPr wrap="square" lIns="0" tIns="0" rIns="0" bIns="0" rtlCol="0" anchor="t"/>
          <a:lstStyle/>
          <a:p>
            <a:pPr rtl="1" algn="r" indent="0" marL="0">
              <a:buNone/>
            </a:pPr>
            <a:r>
              <a:rPr lang="ar-SA" altLang="en-US" sz="1900" b="1" dirty="0">
                <a:solidFill>
                  <a:srgbClr val="F4A95F"/>
                </a:solidFill>
                <a:latin typeface="Arial" pitchFamily="34" charset="0"/>
                <a:ea typeface="Arial" pitchFamily="34" charset="-122"/>
                <a:cs typeface="Arial" pitchFamily="34" charset="-120"/>
              </a:rPr>
              <a:t>لا يعيشان فقط تحت سقف واحد، وإنما يسيران معًا.</a:t>
            </a:r>
            <a:endParaRPr lang="ar-SA" sz="1900" dirty="0"/>
          </a:p>
        </p:txBody>
      </p:sp>
      <p:sp>
        <p:nvSpPr>
          <p:cNvPr id="23" name="Text 17"/>
          <p:cNvSpPr txBox="1"/>
          <p:nvPr/>
        </p:nvSpPr>
        <p:spPr>
          <a:xfrm>
            <a:off x="822960" y="10104120"/>
            <a:ext cx="5212080" cy="914400"/>
          </a:xfrm>
          <a:prstGeom prst="rect">
            <a:avLst/>
          </a:prstGeom>
          <a:noFill/>
          <a:ln/>
        </p:spPr>
        <p:txBody>
          <a:bodyPr wrap="square" lIns="0" tIns="0" rIns="0" bIns="0" rtlCol="0" anchor="t"/>
          <a:lstStyle/>
          <a:p>
            <a:pPr rtl="1" algn="r" indent="0" marL="0">
              <a:buNone/>
            </a:pPr>
            <a:r>
              <a:rPr lang="ar-SA" altLang="en-US" sz="1700" dirty="0">
                <a:solidFill>
                  <a:srgbClr val="FBF3F6"/>
                </a:solidFill>
                <a:latin typeface="Arial" pitchFamily="34" charset="0"/>
                <a:ea typeface="Arial" pitchFamily="34" charset="-122"/>
                <a:cs typeface="Arial" pitchFamily="34" charset="-120"/>
              </a:rPr>
              <a:t>وعندما يُفقد هذا الشعور، قد يصبح الزواج مجرد إدارة للحياة اليومية.</a:t>
            </a:r>
            <a:endParaRPr lang="ar-SA"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02920" y="566928"/>
            <a:ext cx="329184" cy="329184"/>
          </a:xfrm>
          <a:prstGeom prst="ellipse">
            <a:avLst/>
          </a:prstGeom>
          <a:ln w="19050">
            <a:solidFill>
              <a:srgbClr val="E77E96"/>
            </a:solidFill>
            <a:prstDash val="solid"/>
          </a:ln>
        </p:spPr>
      </p:sp>
      <p:sp>
        <p:nvSpPr>
          <p:cNvPr id="3" name="Shape 1"/>
          <p:cNvSpPr/>
          <p:nvPr/>
        </p:nvSpPr>
        <p:spPr>
          <a:xfrm>
            <a:off x="733349" y="566928"/>
            <a:ext cx="329184" cy="329184"/>
          </a:xfrm>
          <a:prstGeom prst="ellipse">
            <a:avLst/>
          </a:prstGeom>
          <a:ln w="19050">
            <a:solidFill>
              <a:srgbClr val="F4A95F"/>
            </a:solidFill>
            <a:prstDash val="solid"/>
          </a:ln>
        </p:spPr>
      </p:sp>
      <p:sp>
        <p:nvSpPr>
          <p:cNvPr id="4" name="Text 2"/>
          <p:cNvSpPr txBox="1"/>
          <p:nvPr/>
        </p:nvSpPr>
        <p:spPr>
          <a:xfrm>
            <a:off x="1161288" y="566928"/>
            <a:ext cx="1280160" cy="329184"/>
          </a:xfrm>
          <a:prstGeom prst="rect">
            <a:avLst/>
          </a:prstGeom>
          <a:noFill/>
          <a:ln/>
        </p:spPr>
        <p:txBody>
          <a:bodyPr wrap="square" lIns="0" tIns="0" rIns="0" bIns="0" rtlCol="0" anchor="ctr"/>
          <a:lstStyle/>
          <a:p>
            <a:pPr algn="l" indent="0" marL="0">
              <a:buNone/>
            </a:pPr>
            <a:r>
              <a:rPr lang="en-US" altLang="en-US" sz="1100" dirty="0">
                <a:solidFill>
                  <a:srgbClr val="C4B3D2"/>
                </a:solidFill>
                <a:latin typeface="Arial" pitchFamily="34" charset="0"/>
                <a:ea typeface="Arial" pitchFamily="34" charset="-122"/>
                <a:cs typeface="Arial" pitchFamily="34" charset="-120"/>
              </a:rPr>
              <a:t>11 / 21</a:t>
            </a:r>
            <a:endParaRPr lang="en-US" sz="1100" dirty="0"/>
          </a:p>
        </p:txBody>
      </p:sp>
      <p:pic>
        <p:nvPicPr>
          <p:cNvPr id="5" name="Image 0" descr="preencoded.png">    </p:cNvPr>
          <p:cNvPicPr>
            <a:picLocks noChangeAspect="1"/>
          </p:cNvPicPr>
          <p:nvPr/>
        </p:nvPicPr>
        <p:blipFill>
          <a:blip r:embed="rId2"/>
          <a:stretch>
            <a:fillRect/>
          </a:stretch>
        </p:blipFill>
        <p:spPr>
          <a:xfrm>
            <a:off x="2971800" y="2377440"/>
            <a:ext cx="914400" cy="914400"/>
          </a:xfrm>
          <a:prstGeom prst="rect">
            <a:avLst/>
          </a:prstGeom>
        </p:spPr>
      </p:pic>
      <p:sp>
        <p:nvSpPr>
          <p:cNvPr id="6" name="Text 3"/>
          <p:cNvSpPr txBox="1"/>
          <p:nvPr/>
        </p:nvSpPr>
        <p:spPr>
          <a:xfrm>
            <a:off x="502920" y="3657600"/>
            <a:ext cx="5852160" cy="2743200"/>
          </a:xfrm>
          <a:prstGeom prst="rect">
            <a:avLst/>
          </a:prstGeom>
          <a:noFill/>
          <a:ln/>
        </p:spPr>
        <p:txBody>
          <a:bodyPr wrap="square" lIns="0" tIns="0" rIns="0" bIns="0" rtlCol="0" anchor="ctr"/>
          <a:lstStyle/>
          <a:p>
            <a:pPr rtl="1" algn="ctr" indent="0" marL="0">
              <a:lnSpc>
                <a:spcPct val="115000"/>
              </a:lnSpc>
              <a:buNone/>
            </a:pPr>
            <a:r>
              <a:rPr lang="ar-SA" altLang="en-US" sz="3600" b="1" dirty="0">
                <a:solidFill>
                  <a:srgbClr val="FBF3F6"/>
                </a:solidFill>
                <a:latin typeface="Arial" pitchFamily="34" charset="0"/>
                <a:ea typeface="Arial" pitchFamily="34" charset="-122"/>
                <a:cs typeface="Arial" pitchFamily="34" charset="-120"/>
              </a:rPr>
              <a:t>المظهر الخارجي للعلاقة لا يخبرنا دائمًا بما يحدث داخلها.</a:t>
            </a:r>
            <a:endParaRPr lang="ar-SA" sz="3600" dirty="0"/>
          </a:p>
        </p:txBody>
      </p:sp>
      <p:sp>
        <p:nvSpPr>
          <p:cNvPr id="7" name="Text 4"/>
          <p:cNvSpPr txBox="1"/>
          <p:nvPr/>
        </p:nvSpPr>
        <p:spPr>
          <a:xfrm>
            <a:off x="777240" y="6675120"/>
            <a:ext cx="5303520" cy="1280160"/>
          </a:xfrm>
          <a:prstGeom prst="rect">
            <a:avLst/>
          </a:prstGeom>
          <a:noFill/>
          <a:ln/>
        </p:spPr>
        <p:txBody>
          <a:bodyPr wrap="square" lIns="0" tIns="0" rIns="0" bIns="0" rtlCol="0" anchor="t"/>
          <a:lstStyle/>
          <a:p>
            <a:pPr rtl="1" algn="ctr" indent="0" marL="0">
              <a:lnSpc>
                <a:spcPct val="115000"/>
              </a:lnSpc>
              <a:buNone/>
            </a:pPr>
            <a:r>
              <a:rPr lang="ar-SA" altLang="en-US" sz="2000" dirty="0">
                <a:solidFill>
                  <a:srgbClr val="C4B3D2"/>
                </a:solidFill>
                <a:latin typeface="Arial" pitchFamily="34" charset="0"/>
                <a:ea typeface="Arial" pitchFamily="34" charset="-122"/>
                <a:cs typeface="Arial" pitchFamily="34" charset="-120"/>
              </a:rPr>
              <a:t>قد تبدو الأسرة مستقرة أمام الآخرين، بينما هناك صمت طويل داخل البيت.</a:t>
            </a:r>
            <a:endParaRPr lang="ar-SA" sz="2000" dirty="0"/>
          </a:p>
        </p:txBody>
      </p:sp>
      <p:sp>
        <p:nvSpPr>
          <p:cNvPr id="8" name="Shape 5"/>
          <p:cNvSpPr/>
          <p:nvPr/>
        </p:nvSpPr>
        <p:spPr>
          <a:xfrm>
            <a:off x="1051560" y="8503920"/>
            <a:ext cx="4754880" cy="1188720"/>
          </a:xfrm>
          <a:prstGeom prst="roundRect">
            <a:avLst>
              <a:gd name="adj" fmla="val 23077"/>
            </a:avLst>
          </a:prstGeom>
          <a:solidFill>
            <a:srgbClr val="F4A95F"/>
          </a:solidFill>
          <a:ln w="12700">
            <a:solidFill>
              <a:srgbClr val="F4A95F"/>
            </a:solidFill>
            <a:prstDash val="solid"/>
          </a:ln>
        </p:spPr>
      </p:sp>
      <p:sp>
        <p:nvSpPr>
          <p:cNvPr id="9" name="Text 6"/>
          <p:cNvSpPr txBox="1"/>
          <p:nvPr/>
        </p:nvSpPr>
        <p:spPr>
          <a:xfrm>
            <a:off x="1234440" y="8503920"/>
            <a:ext cx="4389120" cy="1188720"/>
          </a:xfrm>
          <a:prstGeom prst="rect">
            <a:avLst/>
          </a:prstGeom>
          <a:noFill/>
          <a:ln/>
        </p:spPr>
        <p:txBody>
          <a:bodyPr wrap="square" lIns="0" tIns="0" rIns="0" bIns="0" rtlCol="0" anchor="ctr"/>
          <a:lstStyle/>
          <a:p>
            <a:pPr rtl="1" algn="ctr" indent="0" marL="0">
              <a:buNone/>
            </a:pPr>
            <a:r>
              <a:rPr lang="ar-SA" altLang="en-US" sz="2100" b="1" dirty="0">
                <a:solidFill>
                  <a:srgbClr val="1C1230"/>
                </a:solidFill>
                <a:latin typeface="Arial" pitchFamily="34" charset="0"/>
                <a:ea typeface="Arial" pitchFamily="34" charset="-122"/>
                <a:cs typeface="Arial" pitchFamily="34" charset="-120"/>
              </a:rPr>
              <a:t>لا تقارن علاقتك بما تراه عند الآخرين</a:t>
            </a:r>
            <a:endParaRPr lang="ar-SA" sz="2100" dirty="0"/>
          </a:p>
        </p:txBody>
      </p:sp>
      <p:sp>
        <p:nvSpPr>
          <p:cNvPr id="10" name="Text 7"/>
          <p:cNvSpPr txBox="1"/>
          <p:nvPr/>
        </p:nvSpPr>
        <p:spPr>
          <a:xfrm>
            <a:off x="502920" y="10241280"/>
            <a:ext cx="5852160" cy="457200"/>
          </a:xfrm>
          <a:prstGeom prst="rect">
            <a:avLst/>
          </a:prstGeom>
          <a:noFill/>
          <a:ln/>
        </p:spPr>
        <p:txBody>
          <a:bodyPr wrap="square" lIns="0" tIns="0" rIns="0" bIns="0" rtlCol="0" anchor="t"/>
          <a:lstStyle/>
          <a:p>
            <a:pPr rtl="1" algn="ctr" indent="0" marL="0">
              <a:buNone/>
            </a:pPr>
            <a:r>
              <a:rPr lang="ar-SA" altLang="en-US" sz="1600" dirty="0">
                <a:solidFill>
                  <a:srgbClr val="F4A95F"/>
                </a:solidFill>
                <a:latin typeface="Arial" pitchFamily="34" charset="0"/>
                <a:ea typeface="Arial" pitchFamily="34" charset="-122"/>
                <a:cs typeface="Arial" pitchFamily="34" charset="-120"/>
              </a:rPr>
              <a:t>— الكوتش يسرى</a:t>
            </a:r>
            <a:endParaRPr lang="ar-SA"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02920" y="566928"/>
            <a:ext cx="329184" cy="329184"/>
          </a:xfrm>
          <a:prstGeom prst="ellipse">
            <a:avLst/>
          </a:prstGeom>
          <a:ln w="19050">
            <a:solidFill>
              <a:srgbClr val="E77E96"/>
            </a:solidFill>
            <a:prstDash val="solid"/>
          </a:ln>
        </p:spPr>
      </p:sp>
      <p:sp>
        <p:nvSpPr>
          <p:cNvPr id="3" name="Shape 1"/>
          <p:cNvSpPr/>
          <p:nvPr/>
        </p:nvSpPr>
        <p:spPr>
          <a:xfrm>
            <a:off x="733349" y="566928"/>
            <a:ext cx="329184" cy="329184"/>
          </a:xfrm>
          <a:prstGeom prst="ellipse">
            <a:avLst/>
          </a:prstGeom>
          <a:ln w="19050">
            <a:solidFill>
              <a:srgbClr val="F4A95F"/>
            </a:solidFill>
            <a:prstDash val="solid"/>
          </a:ln>
        </p:spPr>
      </p:sp>
      <p:sp>
        <p:nvSpPr>
          <p:cNvPr id="4" name="Text 2"/>
          <p:cNvSpPr txBox="1"/>
          <p:nvPr/>
        </p:nvSpPr>
        <p:spPr>
          <a:xfrm>
            <a:off x="1161288" y="566928"/>
            <a:ext cx="1280160" cy="329184"/>
          </a:xfrm>
          <a:prstGeom prst="rect">
            <a:avLst/>
          </a:prstGeom>
          <a:noFill/>
          <a:ln/>
        </p:spPr>
        <p:txBody>
          <a:bodyPr wrap="square" lIns="0" tIns="0" rIns="0" bIns="0" rtlCol="0" anchor="ctr"/>
          <a:lstStyle/>
          <a:p>
            <a:pPr algn="l" indent="0" marL="0">
              <a:buNone/>
            </a:pPr>
            <a:r>
              <a:rPr lang="en-US" altLang="en-US" sz="1100" dirty="0">
                <a:solidFill>
                  <a:srgbClr val="C4B3D2"/>
                </a:solidFill>
                <a:latin typeface="Arial" pitchFamily="34" charset="0"/>
                <a:ea typeface="Arial" pitchFamily="34" charset="-122"/>
                <a:cs typeface="Arial" pitchFamily="34" charset="-120"/>
              </a:rPr>
              <a:t>12 / 21</a:t>
            </a:r>
            <a:endParaRPr lang="en-US" sz="1100" dirty="0"/>
          </a:p>
        </p:txBody>
      </p:sp>
      <p:sp>
        <p:nvSpPr>
          <p:cNvPr id="5" name="Text 3"/>
          <p:cNvSpPr txBox="1"/>
          <p:nvPr/>
        </p:nvSpPr>
        <p:spPr>
          <a:xfrm>
            <a:off x="2514600" y="566928"/>
            <a:ext cx="3840480" cy="329184"/>
          </a:xfrm>
          <a:prstGeom prst="rect">
            <a:avLst/>
          </a:prstGeom>
          <a:noFill/>
          <a:ln/>
        </p:spPr>
        <p:txBody>
          <a:bodyPr wrap="square" lIns="0" tIns="0" rIns="0" bIns="0" rtlCol="0" anchor="ctr"/>
          <a:lstStyle/>
          <a:p>
            <a:pPr rtl="1" algn="r" indent="0" marL="0">
              <a:buNone/>
            </a:pPr>
            <a:r>
              <a:rPr lang="ar-SA" altLang="en-US" sz="1400" b="1" dirty="0">
                <a:solidFill>
                  <a:srgbClr val="F4A95F"/>
                </a:solidFill>
                <a:latin typeface="Arial" pitchFamily="34" charset="0"/>
                <a:ea typeface="Arial" pitchFamily="34" charset="-122"/>
                <a:cs typeface="Arial" pitchFamily="34" charset="-120"/>
              </a:rPr>
              <a:t>الأسباب</a:t>
            </a:r>
            <a:endParaRPr lang="ar-SA" sz="1400" dirty="0"/>
          </a:p>
        </p:txBody>
      </p:sp>
      <p:sp>
        <p:nvSpPr>
          <p:cNvPr id="6" name="Text 4"/>
          <p:cNvSpPr txBox="1"/>
          <p:nvPr/>
        </p:nvSpPr>
        <p:spPr>
          <a:xfrm>
            <a:off x="502920" y="1143000"/>
            <a:ext cx="5852160" cy="1234440"/>
          </a:xfrm>
          <a:prstGeom prst="rect">
            <a:avLst/>
          </a:prstGeom>
          <a:noFill/>
          <a:ln/>
        </p:spPr>
        <p:txBody>
          <a:bodyPr wrap="square" lIns="0" tIns="0" rIns="0" bIns="0" rtlCol="0" anchor="t"/>
          <a:lstStyle/>
          <a:p>
            <a:pPr rtl="1" algn="r" indent="0" marL="0">
              <a:lnSpc>
                <a:spcPct val="105000"/>
              </a:lnSpc>
              <a:buNone/>
            </a:pPr>
            <a:r>
              <a:rPr lang="ar-SA" altLang="en-US" sz="3200" b="1" dirty="0">
                <a:solidFill>
                  <a:srgbClr val="FBF3F6"/>
                </a:solidFill>
                <a:latin typeface="Arial" pitchFamily="34" charset="0"/>
                <a:ea typeface="Arial" pitchFamily="34" charset="-122"/>
                <a:cs typeface="Arial" pitchFamily="34" charset="-120"/>
              </a:rPr>
              <a:t>ما الذي يجعل المسافة تكبر؟</a:t>
            </a:r>
            <a:endParaRPr lang="ar-SA" sz="3200" dirty="0"/>
          </a:p>
        </p:txBody>
      </p:sp>
      <p:sp>
        <p:nvSpPr>
          <p:cNvPr id="7" name="Shape 5"/>
          <p:cNvSpPr/>
          <p:nvPr/>
        </p:nvSpPr>
        <p:spPr>
          <a:xfrm>
            <a:off x="3543300" y="2606040"/>
            <a:ext cx="2811780" cy="1097280"/>
          </a:xfrm>
          <a:prstGeom prst="roundRect">
            <a:avLst>
              <a:gd name="adj" fmla="val 15000"/>
            </a:avLst>
          </a:prstGeom>
          <a:solidFill>
            <a:srgbClr val="2B1F45"/>
          </a:solidFill>
          <a:ln w="12700">
            <a:solidFill>
              <a:srgbClr val="2B1F45"/>
            </a:solidFill>
            <a:prstDash val="solid"/>
          </a:ln>
        </p:spPr>
      </p:sp>
      <p:pic>
        <p:nvPicPr>
          <p:cNvPr id="8" name="Image 0" descr="preencoded.png">    </p:cNvPr>
          <p:cNvPicPr>
            <a:picLocks noChangeAspect="1"/>
          </p:cNvPicPr>
          <p:nvPr/>
        </p:nvPicPr>
        <p:blipFill>
          <a:blip r:embed="rId2"/>
          <a:stretch>
            <a:fillRect/>
          </a:stretch>
        </p:blipFill>
        <p:spPr>
          <a:xfrm>
            <a:off x="5715000" y="2926080"/>
            <a:ext cx="457200" cy="457200"/>
          </a:xfrm>
          <a:prstGeom prst="rect">
            <a:avLst/>
          </a:prstGeom>
        </p:spPr>
      </p:pic>
      <p:sp>
        <p:nvSpPr>
          <p:cNvPr id="9" name="Text 6"/>
          <p:cNvSpPr txBox="1"/>
          <p:nvPr/>
        </p:nvSpPr>
        <p:spPr>
          <a:xfrm>
            <a:off x="3680460" y="2606040"/>
            <a:ext cx="1943100" cy="1097280"/>
          </a:xfrm>
          <a:prstGeom prst="rect">
            <a:avLst/>
          </a:prstGeom>
          <a:noFill/>
          <a:ln/>
        </p:spPr>
        <p:txBody>
          <a:bodyPr wrap="square" lIns="0" tIns="0" rIns="0" bIns="0" rtlCol="0" anchor="ctr"/>
          <a:lstStyle/>
          <a:p>
            <a:pPr rtl="1" algn="r" indent="0" marL="0">
              <a:buNone/>
            </a:pPr>
            <a:r>
              <a:rPr lang="ar-SA" altLang="en-US" sz="1700" b="1" dirty="0">
                <a:solidFill>
                  <a:srgbClr val="FBF3F6"/>
                </a:solidFill>
                <a:latin typeface="Arial" pitchFamily="34" charset="0"/>
                <a:ea typeface="Arial" pitchFamily="34" charset="-122"/>
                <a:cs typeface="Arial" pitchFamily="34" charset="-120"/>
              </a:rPr>
              <a:t>تراكم الخلافات دون حل</a:t>
            </a:r>
            <a:endParaRPr lang="ar-SA" sz="1700" dirty="0"/>
          </a:p>
        </p:txBody>
      </p:sp>
      <p:sp>
        <p:nvSpPr>
          <p:cNvPr id="10" name="Shape 7"/>
          <p:cNvSpPr/>
          <p:nvPr/>
        </p:nvSpPr>
        <p:spPr>
          <a:xfrm>
            <a:off x="502920" y="2606040"/>
            <a:ext cx="2811780" cy="1097280"/>
          </a:xfrm>
          <a:prstGeom prst="roundRect">
            <a:avLst>
              <a:gd name="adj" fmla="val 15000"/>
            </a:avLst>
          </a:prstGeom>
          <a:solidFill>
            <a:srgbClr val="2B1F45"/>
          </a:solidFill>
          <a:ln w="12700">
            <a:solidFill>
              <a:srgbClr val="2B1F45"/>
            </a:solidFill>
            <a:prstDash val="solid"/>
          </a:ln>
        </p:spPr>
      </p:sp>
      <p:pic>
        <p:nvPicPr>
          <p:cNvPr id="11" name="Image 1" descr="preencoded.png">    </p:cNvPr>
          <p:cNvPicPr>
            <a:picLocks noChangeAspect="1"/>
          </p:cNvPicPr>
          <p:nvPr/>
        </p:nvPicPr>
        <p:blipFill>
          <a:blip r:embed="rId3"/>
          <a:stretch>
            <a:fillRect/>
          </a:stretch>
        </p:blipFill>
        <p:spPr>
          <a:xfrm>
            <a:off x="2674620" y="2926080"/>
            <a:ext cx="457200" cy="457200"/>
          </a:xfrm>
          <a:prstGeom prst="rect">
            <a:avLst/>
          </a:prstGeom>
        </p:spPr>
      </p:pic>
      <p:sp>
        <p:nvSpPr>
          <p:cNvPr id="12" name="Text 8"/>
          <p:cNvSpPr txBox="1"/>
          <p:nvPr/>
        </p:nvSpPr>
        <p:spPr>
          <a:xfrm>
            <a:off x="640080" y="2606040"/>
            <a:ext cx="1943100" cy="1097280"/>
          </a:xfrm>
          <a:prstGeom prst="rect">
            <a:avLst/>
          </a:prstGeom>
          <a:noFill/>
          <a:ln/>
        </p:spPr>
        <p:txBody>
          <a:bodyPr wrap="square" lIns="0" tIns="0" rIns="0" bIns="0" rtlCol="0" anchor="ctr"/>
          <a:lstStyle/>
          <a:p>
            <a:pPr rtl="1" algn="r" indent="0" marL="0">
              <a:buNone/>
            </a:pPr>
            <a:r>
              <a:rPr lang="ar-SA" altLang="en-US" sz="1700" b="1" dirty="0">
                <a:solidFill>
                  <a:srgbClr val="FBF3F6"/>
                </a:solidFill>
                <a:latin typeface="Arial" pitchFamily="34" charset="0"/>
                <a:ea typeface="Arial" pitchFamily="34" charset="-122"/>
                <a:cs typeface="Arial" pitchFamily="34" charset="-120"/>
              </a:rPr>
              <a:t>الإهمال العاطفي</a:t>
            </a:r>
            <a:endParaRPr lang="ar-SA" sz="1700" dirty="0"/>
          </a:p>
        </p:txBody>
      </p:sp>
      <p:sp>
        <p:nvSpPr>
          <p:cNvPr id="13" name="Shape 9"/>
          <p:cNvSpPr/>
          <p:nvPr/>
        </p:nvSpPr>
        <p:spPr>
          <a:xfrm>
            <a:off x="3543300" y="3904488"/>
            <a:ext cx="2811780" cy="1097280"/>
          </a:xfrm>
          <a:prstGeom prst="roundRect">
            <a:avLst>
              <a:gd name="adj" fmla="val 15000"/>
            </a:avLst>
          </a:prstGeom>
          <a:solidFill>
            <a:srgbClr val="2B1F45"/>
          </a:solidFill>
          <a:ln w="12700">
            <a:solidFill>
              <a:srgbClr val="2B1F45"/>
            </a:solidFill>
            <a:prstDash val="solid"/>
          </a:ln>
        </p:spPr>
      </p:sp>
      <p:pic>
        <p:nvPicPr>
          <p:cNvPr id="14" name="Image 2" descr="preencoded.png">    </p:cNvPr>
          <p:cNvPicPr>
            <a:picLocks noChangeAspect="1"/>
          </p:cNvPicPr>
          <p:nvPr/>
        </p:nvPicPr>
        <p:blipFill>
          <a:blip r:embed="rId4"/>
          <a:stretch>
            <a:fillRect/>
          </a:stretch>
        </p:blipFill>
        <p:spPr>
          <a:xfrm>
            <a:off x="5715000" y="4224528"/>
            <a:ext cx="457200" cy="457200"/>
          </a:xfrm>
          <a:prstGeom prst="rect">
            <a:avLst/>
          </a:prstGeom>
        </p:spPr>
      </p:pic>
      <p:sp>
        <p:nvSpPr>
          <p:cNvPr id="15" name="Text 10"/>
          <p:cNvSpPr txBox="1"/>
          <p:nvPr/>
        </p:nvSpPr>
        <p:spPr>
          <a:xfrm>
            <a:off x="3680460" y="3904488"/>
            <a:ext cx="1943100" cy="1097280"/>
          </a:xfrm>
          <a:prstGeom prst="rect">
            <a:avLst/>
          </a:prstGeom>
          <a:noFill/>
          <a:ln/>
        </p:spPr>
        <p:txBody>
          <a:bodyPr wrap="square" lIns="0" tIns="0" rIns="0" bIns="0" rtlCol="0" anchor="ctr"/>
          <a:lstStyle/>
          <a:p>
            <a:pPr rtl="1" algn="r" indent="0" marL="0">
              <a:buNone/>
            </a:pPr>
            <a:r>
              <a:rPr lang="ar-SA" altLang="en-US" sz="1700" b="1" dirty="0">
                <a:solidFill>
                  <a:srgbClr val="FBF3F6"/>
                </a:solidFill>
                <a:latin typeface="Arial" pitchFamily="34" charset="0"/>
                <a:ea typeface="Arial" pitchFamily="34" charset="-122"/>
                <a:cs typeface="Arial" pitchFamily="34" charset="-120"/>
              </a:rPr>
              <a:t>الانشغال الدائم</a:t>
            </a:r>
            <a:endParaRPr lang="ar-SA" sz="1700" dirty="0"/>
          </a:p>
        </p:txBody>
      </p:sp>
      <p:sp>
        <p:nvSpPr>
          <p:cNvPr id="16" name="Shape 11"/>
          <p:cNvSpPr/>
          <p:nvPr/>
        </p:nvSpPr>
        <p:spPr>
          <a:xfrm>
            <a:off x="502920" y="3904488"/>
            <a:ext cx="2811780" cy="1097280"/>
          </a:xfrm>
          <a:prstGeom prst="roundRect">
            <a:avLst>
              <a:gd name="adj" fmla="val 15000"/>
            </a:avLst>
          </a:prstGeom>
          <a:solidFill>
            <a:srgbClr val="2B1F45"/>
          </a:solidFill>
          <a:ln w="12700">
            <a:solidFill>
              <a:srgbClr val="2B1F45"/>
            </a:solidFill>
            <a:prstDash val="solid"/>
          </a:ln>
        </p:spPr>
      </p:sp>
      <p:pic>
        <p:nvPicPr>
          <p:cNvPr id="17" name="Image 3" descr="preencoded.png">    </p:cNvPr>
          <p:cNvPicPr>
            <a:picLocks noChangeAspect="1"/>
          </p:cNvPicPr>
          <p:nvPr/>
        </p:nvPicPr>
        <p:blipFill>
          <a:blip r:embed="rId5"/>
          <a:stretch>
            <a:fillRect/>
          </a:stretch>
        </p:blipFill>
        <p:spPr>
          <a:xfrm>
            <a:off x="2674620" y="4224528"/>
            <a:ext cx="457200" cy="457200"/>
          </a:xfrm>
          <a:prstGeom prst="rect">
            <a:avLst/>
          </a:prstGeom>
        </p:spPr>
      </p:pic>
      <p:sp>
        <p:nvSpPr>
          <p:cNvPr id="18" name="Text 12"/>
          <p:cNvSpPr txBox="1"/>
          <p:nvPr/>
        </p:nvSpPr>
        <p:spPr>
          <a:xfrm>
            <a:off x="640080" y="3904488"/>
            <a:ext cx="1943100" cy="1097280"/>
          </a:xfrm>
          <a:prstGeom prst="rect">
            <a:avLst/>
          </a:prstGeom>
          <a:noFill/>
          <a:ln/>
        </p:spPr>
        <p:txBody>
          <a:bodyPr wrap="square" lIns="0" tIns="0" rIns="0" bIns="0" rtlCol="0" anchor="ctr"/>
          <a:lstStyle/>
          <a:p>
            <a:pPr rtl="1" algn="r" indent="0" marL="0">
              <a:buNone/>
            </a:pPr>
            <a:r>
              <a:rPr lang="ar-SA" altLang="en-US" sz="1700" b="1" dirty="0">
                <a:solidFill>
                  <a:srgbClr val="FBF3F6"/>
                </a:solidFill>
                <a:latin typeface="Arial" pitchFamily="34" charset="0"/>
                <a:ea typeface="Arial" pitchFamily="34" charset="-122"/>
                <a:cs typeface="Arial" pitchFamily="34" charset="-120"/>
              </a:rPr>
              <a:t>العمل</a:t>
            </a:r>
            <a:endParaRPr lang="ar-SA" sz="1700" dirty="0"/>
          </a:p>
        </p:txBody>
      </p:sp>
      <p:sp>
        <p:nvSpPr>
          <p:cNvPr id="19" name="Shape 13"/>
          <p:cNvSpPr/>
          <p:nvPr/>
        </p:nvSpPr>
        <p:spPr>
          <a:xfrm>
            <a:off x="3543300" y="5202936"/>
            <a:ext cx="2811780" cy="1097280"/>
          </a:xfrm>
          <a:prstGeom prst="roundRect">
            <a:avLst>
              <a:gd name="adj" fmla="val 15000"/>
            </a:avLst>
          </a:prstGeom>
          <a:solidFill>
            <a:srgbClr val="2B1F45"/>
          </a:solidFill>
          <a:ln w="12700">
            <a:solidFill>
              <a:srgbClr val="2B1F45"/>
            </a:solidFill>
            <a:prstDash val="solid"/>
          </a:ln>
        </p:spPr>
      </p:sp>
      <p:pic>
        <p:nvPicPr>
          <p:cNvPr id="20" name="Image 4" descr="preencoded.png">    </p:cNvPr>
          <p:cNvPicPr>
            <a:picLocks noChangeAspect="1"/>
          </p:cNvPicPr>
          <p:nvPr/>
        </p:nvPicPr>
        <p:blipFill>
          <a:blip r:embed="rId6"/>
          <a:stretch>
            <a:fillRect/>
          </a:stretch>
        </p:blipFill>
        <p:spPr>
          <a:xfrm>
            <a:off x="5715000" y="5522976"/>
            <a:ext cx="457200" cy="457200"/>
          </a:xfrm>
          <a:prstGeom prst="rect">
            <a:avLst/>
          </a:prstGeom>
        </p:spPr>
      </p:pic>
      <p:sp>
        <p:nvSpPr>
          <p:cNvPr id="21" name="Text 14"/>
          <p:cNvSpPr txBox="1"/>
          <p:nvPr/>
        </p:nvSpPr>
        <p:spPr>
          <a:xfrm>
            <a:off x="3680460" y="5202936"/>
            <a:ext cx="1943100" cy="1097280"/>
          </a:xfrm>
          <a:prstGeom prst="rect">
            <a:avLst/>
          </a:prstGeom>
          <a:noFill/>
          <a:ln/>
        </p:spPr>
        <p:txBody>
          <a:bodyPr wrap="square" lIns="0" tIns="0" rIns="0" bIns="0" rtlCol="0" anchor="ctr"/>
          <a:lstStyle/>
          <a:p>
            <a:pPr rtl="1" algn="r" indent="0" marL="0">
              <a:buNone/>
            </a:pPr>
            <a:r>
              <a:rPr lang="ar-SA" altLang="en-US" sz="1700" b="1" dirty="0">
                <a:solidFill>
                  <a:srgbClr val="FBF3F6"/>
                </a:solidFill>
                <a:latin typeface="Arial" pitchFamily="34" charset="0"/>
                <a:ea typeface="Arial" pitchFamily="34" charset="-122"/>
                <a:cs typeface="Arial" pitchFamily="34" charset="-120"/>
              </a:rPr>
              <a:t>الضغوط الاقتصادية</a:t>
            </a:r>
            <a:endParaRPr lang="ar-SA" sz="1700" dirty="0"/>
          </a:p>
        </p:txBody>
      </p:sp>
      <p:sp>
        <p:nvSpPr>
          <p:cNvPr id="22" name="Shape 15"/>
          <p:cNvSpPr/>
          <p:nvPr/>
        </p:nvSpPr>
        <p:spPr>
          <a:xfrm>
            <a:off x="502920" y="5202936"/>
            <a:ext cx="2811780" cy="1097280"/>
          </a:xfrm>
          <a:prstGeom prst="roundRect">
            <a:avLst>
              <a:gd name="adj" fmla="val 15000"/>
            </a:avLst>
          </a:prstGeom>
          <a:solidFill>
            <a:srgbClr val="2B1F45"/>
          </a:solidFill>
          <a:ln w="12700">
            <a:solidFill>
              <a:srgbClr val="2B1F45"/>
            </a:solidFill>
            <a:prstDash val="solid"/>
          </a:ln>
        </p:spPr>
      </p:sp>
      <p:pic>
        <p:nvPicPr>
          <p:cNvPr id="23" name="Image 5" descr="preencoded.png">    </p:cNvPr>
          <p:cNvPicPr>
            <a:picLocks noChangeAspect="1"/>
          </p:cNvPicPr>
          <p:nvPr/>
        </p:nvPicPr>
        <p:blipFill>
          <a:blip r:embed="rId7"/>
          <a:stretch>
            <a:fillRect/>
          </a:stretch>
        </p:blipFill>
        <p:spPr>
          <a:xfrm>
            <a:off x="2674620" y="5522976"/>
            <a:ext cx="457200" cy="457200"/>
          </a:xfrm>
          <a:prstGeom prst="rect">
            <a:avLst/>
          </a:prstGeom>
        </p:spPr>
      </p:pic>
      <p:sp>
        <p:nvSpPr>
          <p:cNvPr id="24" name="Text 16"/>
          <p:cNvSpPr txBox="1"/>
          <p:nvPr/>
        </p:nvSpPr>
        <p:spPr>
          <a:xfrm>
            <a:off x="640080" y="5202936"/>
            <a:ext cx="1943100" cy="1097280"/>
          </a:xfrm>
          <a:prstGeom prst="rect">
            <a:avLst/>
          </a:prstGeom>
          <a:noFill/>
          <a:ln/>
        </p:spPr>
        <p:txBody>
          <a:bodyPr wrap="square" lIns="0" tIns="0" rIns="0" bIns="0" rtlCol="0" anchor="ctr"/>
          <a:lstStyle/>
          <a:p>
            <a:pPr rtl="1" algn="r" indent="0" marL="0">
              <a:buNone/>
            </a:pPr>
            <a:r>
              <a:rPr lang="ar-SA" altLang="en-US" sz="1700" b="1" dirty="0">
                <a:solidFill>
                  <a:srgbClr val="FBF3F6"/>
                </a:solidFill>
                <a:latin typeface="Arial" pitchFamily="34" charset="0"/>
                <a:ea typeface="Arial" pitchFamily="34" charset="-122"/>
                <a:cs typeface="Arial" pitchFamily="34" charset="-120"/>
              </a:rPr>
              <a:t>تربية الأطفال</a:t>
            </a:r>
            <a:endParaRPr lang="ar-SA" sz="1700" dirty="0"/>
          </a:p>
        </p:txBody>
      </p:sp>
      <p:sp>
        <p:nvSpPr>
          <p:cNvPr id="25" name="Shape 17"/>
          <p:cNvSpPr/>
          <p:nvPr/>
        </p:nvSpPr>
        <p:spPr>
          <a:xfrm>
            <a:off x="3543300" y="6501384"/>
            <a:ext cx="2811780" cy="1097280"/>
          </a:xfrm>
          <a:prstGeom prst="roundRect">
            <a:avLst>
              <a:gd name="adj" fmla="val 15000"/>
            </a:avLst>
          </a:prstGeom>
          <a:solidFill>
            <a:srgbClr val="2B1F45"/>
          </a:solidFill>
          <a:ln w="12700">
            <a:solidFill>
              <a:srgbClr val="2B1F45"/>
            </a:solidFill>
            <a:prstDash val="solid"/>
          </a:ln>
        </p:spPr>
      </p:sp>
      <p:pic>
        <p:nvPicPr>
          <p:cNvPr id="26" name="Image 6" descr="preencoded.png">    </p:cNvPr>
          <p:cNvPicPr>
            <a:picLocks noChangeAspect="1"/>
          </p:cNvPicPr>
          <p:nvPr/>
        </p:nvPicPr>
        <p:blipFill>
          <a:blip r:embed="rId8"/>
          <a:stretch>
            <a:fillRect/>
          </a:stretch>
        </p:blipFill>
        <p:spPr>
          <a:xfrm>
            <a:off x="5715000" y="6821424"/>
            <a:ext cx="457200" cy="457200"/>
          </a:xfrm>
          <a:prstGeom prst="rect">
            <a:avLst/>
          </a:prstGeom>
        </p:spPr>
      </p:pic>
      <p:sp>
        <p:nvSpPr>
          <p:cNvPr id="27" name="Text 18"/>
          <p:cNvSpPr txBox="1"/>
          <p:nvPr/>
        </p:nvSpPr>
        <p:spPr>
          <a:xfrm>
            <a:off x="3680460" y="6501384"/>
            <a:ext cx="1943100" cy="1097280"/>
          </a:xfrm>
          <a:prstGeom prst="rect">
            <a:avLst/>
          </a:prstGeom>
          <a:noFill/>
          <a:ln/>
        </p:spPr>
        <p:txBody>
          <a:bodyPr wrap="square" lIns="0" tIns="0" rIns="0" bIns="0" rtlCol="0" anchor="ctr"/>
          <a:lstStyle/>
          <a:p>
            <a:pPr rtl="1" algn="r" indent="0" marL="0">
              <a:buNone/>
            </a:pPr>
            <a:r>
              <a:rPr lang="ar-SA" altLang="en-US" sz="1700" b="1" dirty="0">
                <a:solidFill>
                  <a:srgbClr val="FBF3F6"/>
                </a:solidFill>
                <a:latin typeface="Arial" pitchFamily="34" charset="0"/>
                <a:ea typeface="Arial" pitchFamily="34" charset="-122"/>
                <a:cs typeface="Arial" pitchFamily="34" charset="-120"/>
              </a:rPr>
              <a:t>التدخلات العائلية</a:t>
            </a:r>
            <a:endParaRPr lang="ar-SA" sz="1700" dirty="0"/>
          </a:p>
        </p:txBody>
      </p:sp>
      <p:sp>
        <p:nvSpPr>
          <p:cNvPr id="28" name="Shape 19"/>
          <p:cNvSpPr/>
          <p:nvPr/>
        </p:nvSpPr>
        <p:spPr>
          <a:xfrm>
            <a:off x="502920" y="6501384"/>
            <a:ext cx="2811780" cy="1097280"/>
          </a:xfrm>
          <a:prstGeom prst="roundRect">
            <a:avLst>
              <a:gd name="adj" fmla="val 15000"/>
            </a:avLst>
          </a:prstGeom>
          <a:solidFill>
            <a:srgbClr val="2B1F45"/>
          </a:solidFill>
          <a:ln w="12700">
            <a:solidFill>
              <a:srgbClr val="2B1F45"/>
            </a:solidFill>
            <a:prstDash val="solid"/>
          </a:ln>
        </p:spPr>
      </p:sp>
      <p:pic>
        <p:nvPicPr>
          <p:cNvPr id="29" name="Image 7" descr="preencoded.png">    </p:cNvPr>
          <p:cNvPicPr>
            <a:picLocks noChangeAspect="1"/>
          </p:cNvPicPr>
          <p:nvPr/>
        </p:nvPicPr>
        <p:blipFill>
          <a:blip r:embed="rId9"/>
          <a:stretch>
            <a:fillRect/>
          </a:stretch>
        </p:blipFill>
        <p:spPr>
          <a:xfrm>
            <a:off x="2674620" y="6821424"/>
            <a:ext cx="457200" cy="457200"/>
          </a:xfrm>
          <a:prstGeom prst="rect">
            <a:avLst/>
          </a:prstGeom>
        </p:spPr>
      </p:pic>
      <p:sp>
        <p:nvSpPr>
          <p:cNvPr id="30" name="Text 20"/>
          <p:cNvSpPr txBox="1"/>
          <p:nvPr/>
        </p:nvSpPr>
        <p:spPr>
          <a:xfrm>
            <a:off x="640080" y="6501384"/>
            <a:ext cx="1943100" cy="1097280"/>
          </a:xfrm>
          <a:prstGeom prst="rect">
            <a:avLst/>
          </a:prstGeom>
          <a:noFill/>
          <a:ln/>
        </p:spPr>
        <p:txBody>
          <a:bodyPr wrap="square" lIns="0" tIns="0" rIns="0" bIns="0" rtlCol="0" anchor="ctr"/>
          <a:lstStyle/>
          <a:p>
            <a:pPr rtl="1" algn="r" indent="0" marL="0">
              <a:buNone/>
            </a:pPr>
            <a:r>
              <a:rPr lang="ar-SA" altLang="en-US" sz="1700" b="1" dirty="0">
                <a:solidFill>
                  <a:srgbClr val="FBF3F6"/>
                </a:solidFill>
                <a:latin typeface="Arial" pitchFamily="34" charset="0"/>
                <a:ea typeface="Arial" pitchFamily="34" charset="-122"/>
                <a:cs typeface="Arial" pitchFamily="34" charset="-120"/>
              </a:rPr>
              <a:t>ضعف مهارات التواصل</a:t>
            </a:r>
            <a:endParaRPr lang="ar-SA" sz="1700" dirty="0"/>
          </a:p>
        </p:txBody>
      </p:sp>
      <p:sp>
        <p:nvSpPr>
          <p:cNvPr id="31" name="Shape 21"/>
          <p:cNvSpPr/>
          <p:nvPr/>
        </p:nvSpPr>
        <p:spPr>
          <a:xfrm>
            <a:off x="502920" y="7799832"/>
            <a:ext cx="5852160" cy="1097280"/>
          </a:xfrm>
          <a:prstGeom prst="roundRect">
            <a:avLst>
              <a:gd name="adj" fmla="val 15000"/>
            </a:avLst>
          </a:prstGeom>
          <a:solidFill>
            <a:srgbClr val="362757"/>
          </a:solidFill>
          <a:ln w="12700">
            <a:solidFill>
              <a:srgbClr val="362757"/>
            </a:solidFill>
            <a:prstDash val="solid"/>
          </a:ln>
        </p:spPr>
      </p:sp>
      <p:sp>
        <p:nvSpPr>
          <p:cNvPr id="32" name="Shape 22"/>
          <p:cNvSpPr/>
          <p:nvPr/>
        </p:nvSpPr>
        <p:spPr>
          <a:xfrm>
            <a:off x="5532120" y="8065008"/>
            <a:ext cx="566928" cy="566928"/>
          </a:xfrm>
          <a:prstGeom prst="ellipse">
            <a:avLst/>
          </a:prstGeom>
          <a:solidFill>
            <a:srgbClr val="E77E96"/>
          </a:solidFill>
          <a:ln w="12700">
            <a:solidFill>
              <a:srgbClr val="E77E96"/>
            </a:solidFill>
            <a:prstDash val="solid"/>
          </a:ln>
        </p:spPr>
      </p:sp>
      <p:pic>
        <p:nvPicPr>
          <p:cNvPr id="33" name="Image 8" descr="preencoded.png">    </p:cNvPr>
          <p:cNvPicPr>
            <a:picLocks noChangeAspect="1"/>
          </p:cNvPicPr>
          <p:nvPr/>
        </p:nvPicPr>
        <p:blipFill>
          <a:blip r:embed="rId10"/>
          <a:stretch>
            <a:fillRect/>
          </a:stretch>
        </p:blipFill>
        <p:spPr>
          <a:xfrm>
            <a:off x="5679521" y="8212409"/>
            <a:ext cx="272125" cy="272125"/>
          </a:xfrm>
          <a:prstGeom prst="rect">
            <a:avLst/>
          </a:prstGeom>
        </p:spPr>
      </p:pic>
      <p:sp>
        <p:nvSpPr>
          <p:cNvPr id="34" name="Text 23"/>
          <p:cNvSpPr txBox="1"/>
          <p:nvPr/>
        </p:nvSpPr>
        <p:spPr>
          <a:xfrm>
            <a:off x="777240" y="7799832"/>
            <a:ext cx="4526280" cy="1097280"/>
          </a:xfrm>
          <a:prstGeom prst="rect">
            <a:avLst/>
          </a:prstGeom>
          <a:noFill/>
          <a:ln/>
        </p:spPr>
        <p:txBody>
          <a:bodyPr wrap="square" lIns="0" tIns="0" rIns="0" bIns="0" rtlCol="0" anchor="ctr"/>
          <a:lstStyle/>
          <a:p>
            <a:pPr rtl="1" algn="r" indent="0" marL="0">
              <a:buNone/>
            </a:pPr>
            <a:r>
              <a:rPr lang="ar-SA" altLang="en-US" sz="1800" b="1" dirty="0">
                <a:solidFill>
                  <a:srgbClr val="FBF3F6"/>
                </a:solidFill>
                <a:latin typeface="Arial" pitchFamily="34" charset="0"/>
                <a:ea typeface="Arial" pitchFamily="34" charset="-122"/>
                <a:cs typeface="Arial" pitchFamily="34" charset="-120"/>
              </a:rPr>
              <a:t>وأحيانًا جرح قديم لم تتم معالجته</a:t>
            </a:r>
            <a:endParaRPr lang="ar-SA" sz="1800" dirty="0"/>
          </a:p>
        </p:txBody>
      </p:sp>
      <p:sp>
        <p:nvSpPr>
          <p:cNvPr id="35" name="Shape 24"/>
          <p:cNvSpPr/>
          <p:nvPr/>
        </p:nvSpPr>
        <p:spPr>
          <a:xfrm>
            <a:off x="502920" y="9308592"/>
            <a:ext cx="5852160" cy="2011680"/>
          </a:xfrm>
          <a:prstGeom prst="roundRect">
            <a:avLst>
              <a:gd name="adj" fmla="val 8182"/>
            </a:avLst>
          </a:prstGeom>
          <a:solidFill>
            <a:srgbClr val="F4A95F"/>
          </a:solidFill>
          <a:ln w="12700">
            <a:solidFill>
              <a:srgbClr val="F4A95F"/>
            </a:solidFill>
            <a:prstDash val="solid"/>
          </a:ln>
        </p:spPr>
      </p:sp>
      <p:sp>
        <p:nvSpPr>
          <p:cNvPr id="36" name="Text 25"/>
          <p:cNvSpPr txBox="1"/>
          <p:nvPr/>
        </p:nvSpPr>
        <p:spPr>
          <a:xfrm>
            <a:off x="822960" y="9308592"/>
            <a:ext cx="5212080" cy="2011680"/>
          </a:xfrm>
          <a:prstGeom prst="rect">
            <a:avLst/>
          </a:prstGeom>
          <a:noFill/>
          <a:ln/>
        </p:spPr>
        <p:txBody>
          <a:bodyPr wrap="square" lIns="0" tIns="0" rIns="0" bIns="0" rtlCol="0" anchor="ctr"/>
          <a:lstStyle/>
          <a:p>
            <a:pPr rtl="1" algn="r" indent="0" marL="0">
              <a:lnSpc>
                <a:spcPct val="110000"/>
              </a:lnSpc>
              <a:buNone/>
            </a:pPr>
            <a:r>
              <a:rPr lang="ar-SA" altLang="en-US" sz="2100" b="1" dirty="0">
                <a:solidFill>
                  <a:srgbClr val="1C1230"/>
                </a:solidFill>
                <a:latin typeface="Arial" pitchFamily="34" charset="0"/>
                <a:ea typeface="Arial" pitchFamily="34" charset="-122"/>
                <a:cs typeface="Arial" pitchFamily="34" charset="-120"/>
              </a:rPr>
              <a:t>المشكلة ليست دائمًا حدثًا واحدًا... بل تراكم أحداث صغيرة لم يتم الحديث عنها.</a:t>
            </a:r>
            <a:endParaRPr lang="ar-SA" sz="2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02920" y="566928"/>
            <a:ext cx="329184" cy="329184"/>
          </a:xfrm>
          <a:prstGeom prst="ellipse">
            <a:avLst/>
          </a:prstGeom>
          <a:ln w="19050">
            <a:solidFill>
              <a:srgbClr val="E77E96"/>
            </a:solidFill>
            <a:prstDash val="solid"/>
          </a:ln>
        </p:spPr>
      </p:sp>
      <p:sp>
        <p:nvSpPr>
          <p:cNvPr id="3" name="Shape 1"/>
          <p:cNvSpPr/>
          <p:nvPr/>
        </p:nvSpPr>
        <p:spPr>
          <a:xfrm>
            <a:off x="733349" y="566928"/>
            <a:ext cx="329184" cy="329184"/>
          </a:xfrm>
          <a:prstGeom prst="ellipse">
            <a:avLst/>
          </a:prstGeom>
          <a:ln w="19050">
            <a:solidFill>
              <a:srgbClr val="F4A95F"/>
            </a:solidFill>
            <a:prstDash val="solid"/>
          </a:ln>
        </p:spPr>
      </p:sp>
      <p:sp>
        <p:nvSpPr>
          <p:cNvPr id="4" name="Text 2"/>
          <p:cNvSpPr txBox="1"/>
          <p:nvPr/>
        </p:nvSpPr>
        <p:spPr>
          <a:xfrm>
            <a:off x="1161288" y="566928"/>
            <a:ext cx="1280160" cy="329184"/>
          </a:xfrm>
          <a:prstGeom prst="rect">
            <a:avLst/>
          </a:prstGeom>
          <a:noFill/>
          <a:ln/>
        </p:spPr>
        <p:txBody>
          <a:bodyPr wrap="square" lIns="0" tIns="0" rIns="0" bIns="0" rtlCol="0" anchor="ctr"/>
          <a:lstStyle/>
          <a:p>
            <a:pPr algn="l" indent="0" marL="0">
              <a:buNone/>
            </a:pPr>
            <a:r>
              <a:rPr lang="en-US" altLang="en-US" sz="1100" dirty="0">
                <a:solidFill>
                  <a:srgbClr val="C4B3D2"/>
                </a:solidFill>
                <a:latin typeface="Arial" pitchFamily="34" charset="0"/>
                <a:ea typeface="Arial" pitchFamily="34" charset="-122"/>
                <a:cs typeface="Arial" pitchFamily="34" charset="-120"/>
              </a:rPr>
              <a:t>13 / 21</a:t>
            </a:r>
            <a:endParaRPr lang="en-US" sz="1100" dirty="0"/>
          </a:p>
        </p:txBody>
      </p:sp>
      <p:sp>
        <p:nvSpPr>
          <p:cNvPr id="5" name="Text 3"/>
          <p:cNvSpPr txBox="1"/>
          <p:nvPr/>
        </p:nvSpPr>
        <p:spPr>
          <a:xfrm>
            <a:off x="2514600" y="566928"/>
            <a:ext cx="3840480" cy="329184"/>
          </a:xfrm>
          <a:prstGeom prst="rect">
            <a:avLst/>
          </a:prstGeom>
          <a:noFill/>
          <a:ln/>
        </p:spPr>
        <p:txBody>
          <a:bodyPr wrap="square" lIns="0" tIns="0" rIns="0" bIns="0" rtlCol="0" anchor="ctr"/>
          <a:lstStyle/>
          <a:p>
            <a:pPr rtl="1" algn="r" indent="0" marL="0">
              <a:buNone/>
            </a:pPr>
            <a:r>
              <a:rPr lang="ar-SA" altLang="en-US" sz="1400" b="1" dirty="0">
                <a:solidFill>
                  <a:srgbClr val="F4A95F"/>
                </a:solidFill>
                <a:latin typeface="Arial" pitchFamily="34" charset="0"/>
                <a:ea typeface="Arial" pitchFamily="34" charset="-122"/>
                <a:cs typeface="Arial" pitchFamily="34" charset="-120"/>
              </a:rPr>
              <a:t>هل الصمت دائمًا مشكلة؟</a:t>
            </a:r>
            <a:endParaRPr lang="ar-SA" sz="1400" dirty="0"/>
          </a:p>
        </p:txBody>
      </p:sp>
      <p:sp>
        <p:nvSpPr>
          <p:cNvPr id="6" name="Text 4"/>
          <p:cNvSpPr txBox="1"/>
          <p:nvPr/>
        </p:nvSpPr>
        <p:spPr>
          <a:xfrm>
            <a:off x="502920" y="1143000"/>
            <a:ext cx="5852160" cy="1234440"/>
          </a:xfrm>
          <a:prstGeom prst="rect">
            <a:avLst/>
          </a:prstGeom>
          <a:noFill/>
          <a:ln/>
        </p:spPr>
        <p:txBody>
          <a:bodyPr wrap="square" lIns="0" tIns="0" rIns="0" bIns="0" rtlCol="0" anchor="t"/>
          <a:lstStyle/>
          <a:p>
            <a:pPr rtl="1" algn="r" indent="0" marL="0">
              <a:lnSpc>
                <a:spcPct val="105000"/>
              </a:lnSpc>
              <a:buNone/>
            </a:pPr>
            <a:r>
              <a:rPr lang="ar-SA" altLang="en-US" sz="3200" b="1" dirty="0">
                <a:solidFill>
                  <a:srgbClr val="FBF3F6"/>
                </a:solidFill>
                <a:latin typeface="Arial" pitchFamily="34" charset="0"/>
                <a:ea typeface="Arial" pitchFamily="34" charset="-122"/>
                <a:cs typeface="Arial" pitchFamily="34" charset="-120"/>
              </a:rPr>
              <a:t>ليس كل صمت واحدًا</a:t>
            </a:r>
            <a:endParaRPr lang="ar-SA" sz="3200" dirty="0"/>
          </a:p>
        </p:txBody>
      </p:sp>
      <p:sp>
        <p:nvSpPr>
          <p:cNvPr id="7" name="Shape 5"/>
          <p:cNvSpPr/>
          <p:nvPr/>
        </p:nvSpPr>
        <p:spPr>
          <a:xfrm>
            <a:off x="502920" y="2651760"/>
            <a:ext cx="5852160" cy="1417320"/>
          </a:xfrm>
          <a:prstGeom prst="roundRect">
            <a:avLst>
              <a:gd name="adj" fmla="val 11613"/>
            </a:avLst>
          </a:prstGeom>
          <a:solidFill>
            <a:srgbClr val="2B1F45"/>
          </a:solidFill>
          <a:ln w="12700">
            <a:solidFill>
              <a:srgbClr val="2B1F45"/>
            </a:solidFill>
            <a:prstDash val="solid"/>
          </a:ln>
        </p:spPr>
      </p:sp>
      <p:sp>
        <p:nvSpPr>
          <p:cNvPr id="8" name="Shape 6"/>
          <p:cNvSpPr/>
          <p:nvPr/>
        </p:nvSpPr>
        <p:spPr>
          <a:xfrm>
            <a:off x="5367528" y="2994660"/>
            <a:ext cx="731520" cy="731520"/>
          </a:xfrm>
          <a:prstGeom prst="ellipse">
            <a:avLst/>
          </a:prstGeom>
          <a:solidFill>
            <a:srgbClr val="F4A95F"/>
          </a:solidFill>
          <a:ln w="12700">
            <a:solidFill>
              <a:srgbClr val="F4A95F"/>
            </a:solidFill>
            <a:prstDash val="solid"/>
          </a:ln>
        </p:spPr>
      </p:sp>
      <p:pic>
        <p:nvPicPr>
          <p:cNvPr id="9" name="Image 0" descr="preencoded.png">    </p:cNvPr>
          <p:cNvPicPr>
            <a:picLocks noChangeAspect="1"/>
          </p:cNvPicPr>
          <p:nvPr/>
        </p:nvPicPr>
        <p:blipFill>
          <a:blip r:embed="rId2"/>
          <a:stretch>
            <a:fillRect/>
          </a:stretch>
        </p:blipFill>
        <p:spPr>
          <a:xfrm>
            <a:off x="5557723" y="3184855"/>
            <a:ext cx="351130" cy="351130"/>
          </a:xfrm>
          <a:prstGeom prst="rect">
            <a:avLst/>
          </a:prstGeom>
        </p:spPr>
      </p:pic>
      <p:sp>
        <p:nvSpPr>
          <p:cNvPr id="10" name="Text 7"/>
          <p:cNvSpPr txBox="1"/>
          <p:nvPr/>
        </p:nvSpPr>
        <p:spPr>
          <a:xfrm>
            <a:off x="777240" y="2834640"/>
            <a:ext cx="4361688" cy="411480"/>
          </a:xfrm>
          <a:prstGeom prst="rect">
            <a:avLst/>
          </a:prstGeom>
          <a:noFill/>
          <a:ln/>
        </p:spPr>
        <p:txBody>
          <a:bodyPr wrap="square" lIns="0" tIns="0" rIns="0" bIns="0" rtlCol="0" anchor="ctr"/>
          <a:lstStyle/>
          <a:p>
            <a:pPr rtl="1" algn="r" indent="0" marL="0">
              <a:buNone/>
            </a:pPr>
            <a:r>
              <a:rPr lang="ar-SA" altLang="en-US" sz="1900" b="1" dirty="0">
                <a:solidFill>
                  <a:srgbClr val="F4A95F"/>
                </a:solidFill>
                <a:latin typeface="Arial" pitchFamily="34" charset="0"/>
                <a:ea typeface="Arial" pitchFamily="34" charset="-122"/>
                <a:cs typeface="Arial" pitchFamily="34" charset="-120"/>
              </a:rPr>
              <a:t>صمت مريح</a:t>
            </a:r>
            <a:endParaRPr lang="ar-SA" sz="1900" dirty="0"/>
          </a:p>
        </p:txBody>
      </p:sp>
      <p:sp>
        <p:nvSpPr>
          <p:cNvPr id="11" name="Text 8"/>
          <p:cNvSpPr txBox="1"/>
          <p:nvPr/>
        </p:nvSpPr>
        <p:spPr>
          <a:xfrm>
            <a:off x="777240" y="3246120"/>
            <a:ext cx="4361688" cy="685800"/>
          </a:xfrm>
          <a:prstGeom prst="rect">
            <a:avLst/>
          </a:prstGeom>
          <a:noFill/>
          <a:ln/>
        </p:spPr>
        <p:txBody>
          <a:bodyPr wrap="square" lIns="0" tIns="0" rIns="0" bIns="0" rtlCol="0" anchor="t"/>
          <a:lstStyle/>
          <a:p>
            <a:pPr rtl="1" algn="r" indent="0" marL="0">
              <a:lnSpc>
                <a:spcPct val="105000"/>
              </a:lnSpc>
              <a:buNone/>
            </a:pPr>
            <a:r>
              <a:rPr lang="ar-SA" altLang="en-US" sz="1500" dirty="0">
                <a:solidFill>
                  <a:srgbClr val="C4B3D2"/>
                </a:solidFill>
                <a:latin typeface="Arial" pitchFamily="34" charset="0"/>
                <a:ea typeface="Arial" pitchFamily="34" charset="-122"/>
                <a:cs typeface="Arial" pitchFamily="34" charset="-120"/>
              </a:rPr>
              <a:t>بين شخصين يشعران بالأمان</a:t>
            </a:r>
            <a:endParaRPr lang="ar-SA" sz="1500" dirty="0"/>
          </a:p>
        </p:txBody>
      </p:sp>
      <p:sp>
        <p:nvSpPr>
          <p:cNvPr id="12" name="Shape 9"/>
          <p:cNvSpPr/>
          <p:nvPr/>
        </p:nvSpPr>
        <p:spPr>
          <a:xfrm>
            <a:off x="502920" y="4297680"/>
            <a:ext cx="5852160" cy="1417320"/>
          </a:xfrm>
          <a:prstGeom prst="roundRect">
            <a:avLst>
              <a:gd name="adj" fmla="val 11613"/>
            </a:avLst>
          </a:prstGeom>
          <a:solidFill>
            <a:srgbClr val="2B1F45"/>
          </a:solidFill>
          <a:ln w="12700">
            <a:solidFill>
              <a:srgbClr val="2B1F45"/>
            </a:solidFill>
            <a:prstDash val="solid"/>
          </a:ln>
        </p:spPr>
      </p:sp>
      <p:sp>
        <p:nvSpPr>
          <p:cNvPr id="13" name="Shape 10"/>
          <p:cNvSpPr/>
          <p:nvPr/>
        </p:nvSpPr>
        <p:spPr>
          <a:xfrm>
            <a:off x="5367528" y="4640580"/>
            <a:ext cx="731520" cy="731520"/>
          </a:xfrm>
          <a:prstGeom prst="ellipse">
            <a:avLst/>
          </a:prstGeom>
          <a:solidFill>
            <a:srgbClr val="E77E96"/>
          </a:solidFill>
          <a:ln w="12700">
            <a:solidFill>
              <a:srgbClr val="E77E96"/>
            </a:solidFill>
            <a:prstDash val="solid"/>
          </a:ln>
        </p:spPr>
      </p:sp>
      <p:pic>
        <p:nvPicPr>
          <p:cNvPr id="14" name="Image 1" descr="preencoded.png">    </p:cNvPr>
          <p:cNvPicPr>
            <a:picLocks noChangeAspect="1"/>
          </p:cNvPicPr>
          <p:nvPr/>
        </p:nvPicPr>
        <p:blipFill>
          <a:blip r:embed="rId3"/>
          <a:stretch>
            <a:fillRect/>
          </a:stretch>
        </p:blipFill>
        <p:spPr>
          <a:xfrm>
            <a:off x="5557723" y="4830775"/>
            <a:ext cx="351130" cy="351130"/>
          </a:xfrm>
          <a:prstGeom prst="rect">
            <a:avLst/>
          </a:prstGeom>
        </p:spPr>
      </p:pic>
      <p:sp>
        <p:nvSpPr>
          <p:cNvPr id="15" name="Text 11"/>
          <p:cNvSpPr txBox="1"/>
          <p:nvPr/>
        </p:nvSpPr>
        <p:spPr>
          <a:xfrm>
            <a:off x="777240" y="4480560"/>
            <a:ext cx="4361688" cy="411480"/>
          </a:xfrm>
          <a:prstGeom prst="rect">
            <a:avLst/>
          </a:prstGeom>
          <a:noFill/>
          <a:ln/>
        </p:spPr>
        <p:txBody>
          <a:bodyPr wrap="square" lIns="0" tIns="0" rIns="0" bIns="0" rtlCol="0" anchor="ctr"/>
          <a:lstStyle/>
          <a:p>
            <a:pPr rtl="1" algn="r" indent="0" marL="0">
              <a:buNone/>
            </a:pPr>
            <a:r>
              <a:rPr lang="ar-SA" altLang="en-US" sz="1900" b="1" dirty="0">
                <a:solidFill>
                  <a:srgbClr val="FBF3F6"/>
                </a:solidFill>
                <a:latin typeface="Arial" pitchFamily="34" charset="0"/>
                <a:ea typeface="Arial" pitchFamily="34" charset="-122"/>
                <a:cs typeface="Arial" pitchFamily="34" charset="-120"/>
              </a:rPr>
              <a:t>صمت عقابي</a:t>
            </a:r>
            <a:endParaRPr lang="ar-SA" sz="1900" dirty="0"/>
          </a:p>
        </p:txBody>
      </p:sp>
      <p:sp>
        <p:nvSpPr>
          <p:cNvPr id="16" name="Text 12"/>
          <p:cNvSpPr txBox="1"/>
          <p:nvPr/>
        </p:nvSpPr>
        <p:spPr>
          <a:xfrm>
            <a:off x="777240" y="4892040"/>
            <a:ext cx="4361688" cy="685800"/>
          </a:xfrm>
          <a:prstGeom prst="rect">
            <a:avLst/>
          </a:prstGeom>
          <a:noFill/>
          <a:ln/>
        </p:spPr>
        <p:txBody>
          <a:bodyPr wrap="square" lIns="0" tIns="0" rIns="0" bIns="0" rtlCol="0" anchor="t"/>
          <a:lstStyle/>
          <a:p>
            <a:pPr rtl="1" algn="r" indent="0" marL="0">
              <a:lnSpc>
                <a:spcPct val="105000"/>
              </a:lnSpc>
              <a:buNone/>
            </a:pPr>
            <a:r>
              <a:rPr lang="ar-SA" altLang="en-US" sz="1500" dirty="0">
                <a:solidFill>
                  <a:srgbClr val="C4B3D2"/>
                </a:solidFill>
                <a:latin typeface="Arial" pitchFamily="34" charset="0"/>
                <a:ea typeface="Arial" pitchFamily="34" charset="-122"/>
                <a:cs typeface="Arial" pitchFamily="34" charset="-120"/>
              </a:rPr>
              <a:t>يُستخدم للضغط أو المعاقبة</a:t>
            </a:r>
            <a:endParaRPr lang="ar-SA" sz="1500" dirty="0"/>
          </a:p>
        </p:txBody>
      </p:sp>
      <p:sp>
        <p:nvSpPr>
          <p:cNvPr id="17" name="Shape 13"/>
          <p:cNvSpPr/>
          <p:nvPr/>
        </p:nvSpPr>
        <p:spPr>
          <a:xfrm>
            <a:off x="502920" y="5943600"/>
            <a:ext cx="5852160" cy="1417320"/>
          </a:xfrm>
          <a:prstGeom prst="roundRect">
            <a:avLst>
              <a:gd name="adj" fmla="val 11613"/>
            </a:avLst>
          </a:prstGeom>
          <a:solidFill>
            <a:srgbClr val="2B1F45"/>
          </a:solidFill>
          <a:ln w="12700">
            <a:solidFill>
              <a:srgbClr val="2B1F45"/>
            </a:solidFill>
            <a:prstDash val="solid"/>
          </a:ln>
        </p:spPr>
      </p:sp>
      <p:sp>
        <p:nvSpPr>
          <p:cNvPr id="18" name="Shape 14"/>
          <p:cNvSpPr/>
          <p:nvPr/>
        </p:nvSpPr>
        <p:spPr>
          <a:xfrm>
            <a:off x="5367528" y="6286500"/>
            <a:ext cx="731520" cy="731520"/>
          </a:xfrm>
          <a:prstGeom prst="ellipse">
            <a:avLst/>
          </a:prstGeom>
          <a:solidFill>
            <a:srgbClr val="E77E96"/>
          </a:solidFill>
          <a:ln w="12700">
            <a:solidFill>
              <a:srgbClr val="E77E96"/>
            </a:solidFill>
            <a:prstDash val="solid"/>
          </a:ln>
        </p:spPr>
      </p:sp>
      <p:pic>
        <p:nvPicPr>
          <p:cNvPr id="19" name="Image 2" descr="preencoded.png">    </p:cNvPr>
          <p:cNvPicPr>
            <a:picLocks noChangeAspect="1"/>
          </p:cNvPicPr>
          <p:nvPr/>
        </p:nvPicPr>
        <p:blipFill>
          <a:blip r:embed="rId4"/>
          <a:stretch>
            <a:fillRect/>
          </a:stretch>
        </p:blipFill>
        <p:spPr>
          <a:xfrm>
            <a:off x="5557723" y="6476695"/>
            <a:ext cx="351130" cy="351130"/>
          </a:xfrm>
          <a:prstGeom prst="rect">
            <a:avLst/>
          </a:prstGeom>
        </p:spPr>
      </p:pic>
      <p:sp>
        <p:nvSpPr>
          <p:cNvPr id="20" name="Text 15"/>
          <p:cNvSpPr txBox="1"/>
          <p:nvPr/>
        </p:nvSpPr>
        <p:spPr>
          <a:xfrm>
            <a:off x="777240" y="6126480"/>
            <a:ext cx="4361688" cy="411480"/>
          </a:xfrm>
          <a:prstGeom prst="rect">
            <a:avLst/>
          </a:prstGeom>
          <a:noFill/>
          <a:ln/>
        </p:spPr>
        <p:txBody>
          <a:bodyPr wrap="square" lIns="0" tIns="0" rIns="0" bIns="0" rtlCol="0" anchor="ctr"/>
          <a:lstStyle/>
          <a:p>
            <a:pPr rtl="1" algn="r" indent="0" marL="0">
              <a:buNone/>
            </a:pPr>
            <a:r>
              <a:rPr lang="ar-SA" altLang="en-US" sz="1900" b="1" dirty="0">
                <a:solidFill>
                  <a:srgbClr val="FBF3F6"/>
                </a:solidFill>
                <a:latin typeface="Arial" pitchFamily="34" charset="0"/>
                <a:ea typeface="Arial" pitchFamily="34" charset="-122"/>
                <a:cs typeface="Arial" pitchFamily="34" charset="-120"/>
              </a:rPr>
              <a:t>صمت ناتج عن الخوف</a:t>
            </a:r>
            <a:endParaRPr lang="ar-SA" sz="1900" dirty="0"/>
          </a:p>
        </p:txBody>
      </p:sp>
      <p:sp>
        <p:nvSpPr>
          <p:cNvPr id="21" name="Text 16"/>
          <p:cNvSpPr txBox="1"/>
          <p:nvPr/>
        </p:nvSpPr>
        <p:spPr>
          <a:xfrm>
            <a:off x="777240" y="6537960"/>
            <a:ext cx="4361688" cy="685800"/>
          </a:xfrm>
          <a:prstGeom prst="rect">
            <a:avLst/>
          </a:prstGeom>
          <a:noFill/>
          <a:ln/>
        </p:spPr>
        <p:txBody>
          <a:bodyPr wrap="square" lIns="0" tIns="0" rIns="0" bIns="0" rtlCol="0" anchor="t"/>
          <a:lstStyle/>
          <a:p>
            <a:pPr rtl="1" algn="r" indent="0" marL="0">
              <a:lnSpc>
                <a:spcPct val="105000"/>
              </a:lnSpc>
              <a:buNone/>
            </a:pPr>
            <a:r>
              <a:rPr lang="ar-SA" altLang="en-US" sz="1500" dirty="0">
                <a:solidFill>
                  <a:srgbClr val="C4B3D2"/>
                </a:solidFill>
                <a:latin typeface="Arial" pitchFamily="34" charset="0"/>
                <a:ea typeface="Arial" pitchFamily="34" charset="-122"/>
                <a:cs typeface="Arial" pitchFamily="34" charset="-120"/>
              </a:rPr>
              <a:t>خوف من ردة الفعل أو من المواجهة</a:t>
            </a:r>
            <a:endParaRPr lang="ar-SA" sz="1500" dirty="0"/>
          </a:p>
        </p:txBody>
      </p:sp>
      <p:sp>
        <p:nvSpPr>
          <p:cNvPr id="22" name="Shape 17"/>
          <p:cNvSpPr/>
          <p:nvPr/>
        </p:nvSpPr>
        <p:spPr>
          <a:xfrm>
            <a:off x="502920" y="7589520"/>
            <a:ext cx="5852160" cy="1417320"/>
          </a:xfrm>
          <a:prstGeom prst="roundRect">
            <a:avLst>
              <a:gd name="adj" fmla="val 11613"/>
            </a:avLst>
          </a:prstGeom>
          <a:solidFill>
            <a:srgbClr val="2B1F45"/>
          </a:solidFill>
          <a:ln w="12700">
            <a:solidFill>
              <a:srgbClr val="2B1F45"/>
            </a:solidFill>
            <a:prstDash val="solid"/>
          </a:ln>
        </p:spPr>
      </p:sp>
      <p:sp>
        <p:nvSpPr>
          <p:cNvPr id="23" name="Shape 18"/>
          <p:cNvSpPr/>
          <p:nvPr/>
        </p:nvSpPr>
        <p:spPr>
          <a:xfrm>
            <a:off x="5367528" y="7932420"/>
            <a:ext cx="731520" cy="731520"/>
          </a:xfrm>
          <a:prstGeom prst="ellipse">
            <a:avLst/>
          </a:prstGeom>
          <a:solidFill>
            <a:srgbClr val="E77E96"/>
          </a:solidFill>
          <a:ln w="12700">
            <a:solidFill>
              <a:srgbClr val="E77E96"/>
            </a:solidFill>
            <a:prstDash val="solid"/>
          </a:ln>
        </p:spPr>
      </p:sp>
      <p:pic>
        <p:nvPicPr>
          <p:cNvPr id="24" name="Image 3" descr="preencoded.png">    </p:cNvPr>
          <p:cNvPicPr>
            <a:picLocks noChangeAspect="1"/>
          </p:cNvPicPr>
          <p:nvPr/>
        </p:nvPicPr>
        <p:blipFill>
          <a:blip r:embed="rId5"/>
          <a:stretch>
            <a:fillRect/>
          </a:stretch>
        </p:blipFill>
        <p:spPr>
          <a:xfrm>
            <a:off x="5557723" y="8122615"/>
            <a:ext cx="351130" cy="351130"/>
          </a:xfrm>
          <a:prstGeom prst="rect">
            <a:avLst/>
          </a:prstGeom>
        </p:spPr>
      </p:pic>
      <p:sp>
        <p:nvSpPr>
          <p:cNvPr id="25" name="Text 19"/>
          <p:cNvSpPr txBox="1"/>
          <p:nvPr/>
        </p:nvSpPr>
        <p:spPr>
          <a:xfrm>
            <a:off x="777240" y="7772400"/>
            <a:ext cx="4361688" cy="411480"/>
          </a:xfrm>
          <a:prstGeom prst="rect">
            <a:avLst/>
          </a:prstGeom>
          <a:noFill/>
          <a:ln/>
        </p:spPr>
        <p:txBody>
          <a:bodyPr wrap="square" lIns="0" tIns="0" rIns="0" bIns="0" rtlCol="0" anchor="ctr"/>
          <a:lstStyle/>
          <a:p>
            <a:pPr rtl="1" algn="r" indent="0" marL="0">
              <a:buNone/>
            </a:pPr>
            <a:r>
              <a:rPr lang="ar-SA" altLang="en-US" sz="1900" b="1" dirty="0">
                <a:solidFill>
                  <a:srgbClr val="FBF3F6"/>
                </a:solidFill>
                <a:latin typeface="Arial" pitchFamily="34" charset="0"/>
                <a:ea typeface="Arial" pitchFamily="34" charset="-122"/>
                <a:cs typeface="Arial" pitchFamily="34" charset="-120"/>
              </a:rPr>
              <a:t>صمت فقدان الأمل</a:t>
            </a:r>
            <a:endParaRPr lang="ar-SA" sz="1900" dirty="0"/>
          </a:p>
        </p:txBody>
      </p:sp>
      <p:sp>
        <p:nvSpPr>
          <p:cNvPr id="26" name="Text 20"/>
          <p:cNvSpPr txBox="1"/>
          <p:nvPr/>
        </p:nvSpPr>
        <p:spPr>
          <a:xfrm>
            <a:off x="777240" y="8183880"/>
            <a:ext cx="4361688" cy="685800"/>
          </a:xfrm>
          <a:prstGeom prst="rect">
            <a:avLst/>
          </a:prstGeom>
          <a:noFill/>
          <a:ln/>
        </p:spPr>
        <p:txBody>
          <a:bodyPr wrap="square" lIns="0" tIns="0" rIns="0" bIns="0" rtlCol="0" anchor="t"/>
          <a:lstStyle/>
          <a:p>
            <a:pPr rtl="1" algn="r" indent="0" marL="0">
              <a:lnSpc>
                <a:spcPct val="105000"/>
              </a:lnSpc>
              <a:buNone/>
            </a:pPr>
            <a:r>
              <a:rPr lang="ar-SA" altLang="en-US" sz="1500" dirty="0">
                <a:solidFill>
                  <a:srgbClr val="C4B3D2"/>
                </a:solidFill>
                <a:latin typeface="Arial" pitchFamily="34" charset="0"/>
                <a:ea typeface="Arial" pitchFamily="34" charset="-122"/>
                <a:cs typeface="Arial" pitchFamily="34" charset="-120"/>
              </a:rPr>
              <a:t>لأن الشخص فقد الأمل في أن يُفهم</a:t>
            </a:r>
            <a:endParaRPr lang="ar-SA" sz="1500" dirty="0"/>
          </a:p>
        </p:txBody>
      </p:sp>
      <p:sp>
        <p:nvSpPr>
          <p:cNvPr id="27" name="Text 21"/>
          <p:cNvSpPr txBox="1"/>
          <p:nvPr/>
        </p:nvSpPr>
        <p:spPr>
          <a:xfrm>
            <a:off x="502920" y="9509760"/>
            <a:ext cx="5852160" cy="502920"/>
          </a:xfrm>
          <a:prstGeom prst="rect">
            <a:avLst/>
          </a:prstGeom>
          <a:noFill/>
          <a:ln/>
        </p:spPr>
        <p:txBody>
          <a:bodyPr wrap="square" lIns="0" tIns="0" rIns="0" bIns="0" rtlCol="0" anchor="t"/>
          <a:lstStyle/>
          <a:p>
            <a:pPr rtl="1" algn="ctr" indent="0" marL="0">
              <a:buNone/>
            </a:pPr>
            <a:r>
              <a:rPr lang="ar-SA" altLang="en-US" sz="1800" dirty="0">
                <a:solidFill>
                  <a:srgbClr val="C4B3D2"/>
                </a:solidFill>
                <a:latin typeface="Arial" pitchFamily="34" charset="0"/>
                <a:ea typeface="Arial" pitchFamily="34" charset="-122"/>
                <a:cs typeface="Arial" pitchFamily="34" charset="-120"/>
              </a:rPr>
              <a:t>لذلك لا نقرأ الصمت وحده، بل نسأل:</a:t>
            </a:r>
            <a:endParaRPr lang="ar-SA" sz="1800" dirty="0"/>
          </a:p>
        </p:txBody>
      </p:sp>
      <p:sp>
        <p:nvSpPr>
          <p:cNvPr id="28" name="Shape 22"/>
          <p:cNvSpPr/>
          <p:nvPr/>
        </p:nvSpPr>
        <p:spPr>
          <a:xfrm>
            <a:off x="502920" y="10195560"/>
            <a:ext cx="5852160" cy="1554480"/>
          </a:xfrm>
          <a:prstGeom prst="roundRect">
            <a:avLst>
              <a:gd name="adj" fmla="val 10588"/>
            </a:avLst>
          </a:prstGeom>
          <a:solidFill>
            <a:srgbClr val="362757"/>
          </a:solidFill>
          <a:ln w="19050">
            <a:solidFill>
              <a:srgbClr val="F4A95F"/>
            </a:solidFill>
            <a:prstDash val="solid"/>
          </a:ln>
        </p:spPr>
      </p:sp>
      <p:sp>
        <p:nvSpPr>
          <p:cNvPr id="29" name="Text 23"/>
          <p:cNvSpPr txBox="1"/>
          <p:nvPr/>
        </p:nvSpPr>
        <p:spPr>
          <a:xfrm>
            <a:off x="777240" y="10195560"/>
            <a:ext cx="5303520" cy="1554480"/>
          </a:xfrm>
          <a:prstGeom prst="rect">
            <a:avLst/>
          </a:prstGeom>
          <a:noFill/>
          <a:ln/>
        </p:spPr>
        <p:txBody>
          <a:bodyPr wrap="square" lIns="0" tIns="0" rIns="0" bIns="0" rtlCol="0" anchor="ctr"/>
          <a:lstStyle/>
          <a:p>
            <a:pPr rtl="1" algn="ctr" indent="0" marL="0">
              <a:buNone/>
            </a:pPr>
            <a:r>
              <a:rPr lang="ar-SA" altLang="en-US" sz="2600" b="1" dirty="0">
                <a:solidFill>
                  <a:srgbClr val="F4A95F"/>
                </a:solidFill>
                <a:latin typeface="Arial" pitchFamily="34" charset="0"/>
                <a:ea typeface="Arial" pitchFamily="34" charset="-122"/>
                <a:cs typeface="Arial" pitchFamily="34" charset="-120"/>
              </a:rPr>
              <a:t>ما الذي يحدث وراء هذا الصمت؟</a:t>
            </a:r>
            <a:endParaRPr lang="ar-SA" sz="2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02920" y="566928"/>
            <a:ext cx="329184" cy="329184"/>
          </a:xfrm>
          <a:prstGeom prst="ellipse">
            <a:avLst/>
          </a:prstGeom>
          <a:ln w="19050">
            <a:solidFill>
              <a:srgbClr val="E77E96"/>
            </a:solidFill>
            <a:prstDash val="solid"/>
          </a:ln>
        </p:spPr>
      </p:sp>
      <p:sp>
        <p:nvSpPr>
          <p:cNvPr id="3" name="Shape 1"/>
          <p:cNvSpPr/>
          <p:nvPr/>
        </p:nvSpPr>
        <p:spPr>
          <a:xfrm>
            <a:off x="733349" y="566928"/>
            <a:ext cx="329184" cy="329184"/>
          </a:xfrm>
          <a:prstGeom prst="ellipse">
            <a:avLst/>
          </a:prstGeom>
          <a:ln w="19050">
            <a:solidFill>
              <a:srgbClr val="F4A95F"/>
            </a:solidFill>
            <a:prstDash val="solid"/>
          </a:ln>
        </p:spPr>
      </p:sp>
      <p:sp>
        <p:nvSpPr>
          <p:cNvPr id="4" name="Text 2"/>
          <p:cNvSpPr txBox="1"/>
          <p:nvPr/>
        </p:nvSpPr>
        <p:spPr>
          <a:xfrm>
            <a:off x="1161288" y="566928"/>
            <a:ext cx="1280160" cy="329184"/>
          </a:xfrm>
          <a:prstGeom prst="rect">
            <a:avLst/>
          </a:prstGeom>
          <a:noFill/>
          <a:ln/>
        </p:spPr>
        <p:txBody>
          <a:bodyPr wrap="square" lIns="0" tIns="0" rIns="0" bIns="0" rtlCol="0" anchor="ctr"/>
          <a:lstStyle/>
          <a:p>
            <a:pPr algn="l" indent="0" marL="0">
              <a:buNone/>
            </a:pPr>
            <a:r>
              <a:rPr lang="en-US" altLang="en-US" sz="1100" dirty="0">
                <a:solidFill>
                  <a:srgbClr val="C4B3D2"/>
                </a:solidFill>
                <a:latin typeface="Arial" pitchFamily="34" charset="0"/>
                <a:ea typeface="Arial" pitchFamily="34" charset="-122"/>
                <a:cs typeface="Arial" pitchFamily="34" charset="-120"/>
              </a:rPr>
              <a:t>14 / 21</a:t>
            </a:r>
            <a:endParaRPr lang="en-US" sz="1100" dirty="0"/>
          </a:p>
        </p:txBody>
      </p:sp>
      <p:sp>
        <p:nvSpPr>
          <p:cNvPr id="5" name="Text 3"/>
          <p:cNvSpPr txBox="1"/>
          <p:nvPr/>
        </p:nvSpPr>
        <p:spPr>
          <a:xfrm>
            <a:off x="2514600" y="566928"/>
            <a:ext cx="3840480" cy="329184"/>
          </a:xfrm>
          <a:prstGeom prst="rect">
            <a:avLst/>
          </a:prstGeom>
          <a:noFill/>
          <a:ln/>
        </p:spPr>
        <p:txBody>
          <a:bodyPr wrap="square" lIns="0" tIns="0" rIns="0" bIns="0" rtlCol="0" anchor="ctr"/>
          <a:lstStyle/>
          <a:p>
            <a:pPr rtl="1" algn="r" indent="0" marL="0">
              <a:buNone/>
            </a:pPr>
            <a:r>
              <a:rPr lang="ar-SA" altLang="en-US" sz="1400" b="1" dirty="0">
                <a:solidFill>
                  <a:srgbClr val="F4A95F"/>
                </a:solidFill>
                <a:latin typeface="Arial" pitchFamily="34" charset="0"/>
                <a:ea typeface="Arial" pitchFamily="34" charset="-122"/>
                <a:cs typeface="Arial" pitchFamily="34" charset="-120"/>
              </a:rPr>
              <a:t>فكرة شائعة</a:t>
            </a:r>
            <a:endParaRPr lang="ar-SA" sz="1400" dirty="0"/>
          </a:p>
        </p:txBody>
      </p:sp>
      <p:sp>
        <p:nvSpPr>
          <p:cNvPr id="6" name="Text 4"/>
          <p:cNvSpPr txBox="1"/>
          <p:nvPr/>
        </p:nvSpPr>
        <p:spPr>
          <a:xfrm>
            <a:off x="502920" y="1143000"/>
            <a:ext cx="5852160" cy="1737360"/>
          </a:xfrm>
          <a:prstGeom prst="rect">
            <a:avLst/>
          </a:prstGeom>
          <a:noFill/>
          <a:ln/>
        </p:spPr>
        <p:txBody>
          <a:bodyPr wrap="square" lIns="0" tIns="0" rIns="0" bIns="0" rtlCol="0" anchor="t"/>
          <a:lstStyle/>
          <a:p>
            <a:pPr rtl="1" algn="r" indent="0" marL="0">
              <a:lnSpc>
                <a:spcPct val="105000"/>
              </a:lnSpc>
              <a:buNone/>
            </a:pPr>
            <a:r>
              <a:rPr lang="ar-SA" altLang="en-US" sz="3200" b="1" dirty="0">
                <a:solidFill>
                  <a:srgbClr val="FBF3F6"/>
                </a:solidFill>
                <a:latin typeface="Arial" pitchFamily="34" charset="0"/>
                <a:ea typeface="Arial" pitchFamily="34" charset="-122"/>
                <a:cs typeface="Arial" pitchFamily="34" charset="-120"/>
              </a:rPr>
              <a:t>«نحن لا نتشاجر، إذن علاقتنا بخير»؟</a:t>
            </a:r>
            <a:endParaRPr lang="ar-SA" sz="3200" dirty="0"/>
          </a:p>
        </p:txBody>
      </p:sp>
      <p:sp>
        <p:nvSpPr>
          <p:cNvPr id="7" name="Text 5"/>
          <p:cNvSpPr txBox="1"/>
          <p:nvPr/>
        </p:nvSpPr>
        <p:spPr>
          <a:xfrm>
            <a:off x="502920" y="3154680"/>
            <a:ext cx="5852160" cy="914400"/>
          </a:xfrm>
          <a:prstGeom prst="rect">
            <a:avLst/>
          </a:prstGeom>
          <a:noFill/>
          <a:ln/>
        </p:spPr>
        <p:txBody>
          <a:bodyPr wrap="square" lIns="0" tIns="0" rIns="0" bIns="0" rtlCol="0" anchor="t"/>
          <a:lstStyle/>
          <a:p>
            <a:pPr rtl="1" algn="r" indent="0" marL="0">
              <a:lnSpc>
                <a:spcPct val="110000"/>
              </a:lnSpc>
              <a:buNone/>
            </a:pPr>
            <a:r>
              <a:rPr lang="ar-SA" altLang="en-US" sz="1800" dirty="0">
                <a:solidFill>
                  <a:srgbClr val="C4B3D2"/>
                </a:solidFill>
                <a:latin typeface="Arial" pitchFamily="34" charset="0"/>
                <a:ea typeface="Arial" pitchFamily="34" charset="-122"/>
                <a:cs typeface="Arial" pitchFamily="34" charset="-120"/>
              </a:rPr>
              <a:t>عدم الشجار ليس دائمًا دليلًا على صحة العلاقة. قد يعني أحد أمرين:</a:t>
            </a:r>
            <a:endParaRPr lang="ar-SA" sz="1800" dirty="0"/>
          </a:p>
        </p:txBody>
      </p:sp>
      <p:sp>
        <p:nvSpPr>
          <p:cNvPr id="8" name="Shape 6"/>
          <p:cNvSpPr/>
          <p:nvPr/>
        </p:nvSpPr>
        <p:spPr>
          <a:xfrm>
            <a:off x="3566160" y="4343400"/>
            <a:ext cx="2788920" cy="3108960"/>
          </a:xfrm>
          <a:prstGeom prst="roundRect">
            <a:avLst>
              <a:gd name="adj" fmla="val 5902"/>
            </a:avLst>
          </a:prstGeom>
          <a:solidFill>
            <a:srgbClr val="2B1F45"/>
          </a:solidFill>
          <a:ln w="12700">
            <a:solidFill>
              <a:srgbClr val="2B1F45"/>
            </a:solidFill>
            <a:prstDash val="solid"/>
          </a:ln>
        </p:spPr>
      </p:sp>
      <p:sp>
        <p:nvSpPr>
          <p:cNvPr id="9" name="Shape 7"/>
          <p:cNvSpPr/>
          <p:nvPr/>
        </p:nvSpPr>
        <p:spPr>
          <a:xfrm>
            <a:off x="502920" y="4343400"/>
            <a:ext cx="2788920" cy="3108960"/>
          </a:xfrm>
          <a:prstGeom prst="roundRect">
            <a:avLst>
              <a:gd name="adj" fmla="val 5902"/>
            </a:avLst>
          </a:prstGeom>
          <a:solidFill>
            <a:srgbClr val="2B1F45"/>
          </a:solidFill>
          <a:ln w="12700">
            <a:solidFill>
              <a:srgbClr val="2B1F45"/>
            </a:solidFill>
            <a:prstDash val="solid"/>
          </a:ln>
        </p:spPr>
      </p:sp>
      <p:sp>
        <p:nvSpPr>
          <p:cNvPr id="10" name="Shape 8"/>
          <p:cNvSpPr/>
          <p:nvPr/>
        </p:nvSpPr>
        <p:spPr>
          <a:xfrm>
            <a:off x="4503420" y="4709160"/>
            <a:ext cx="914400" cy="914400"/>
          </a:xfrm>
          <a:prstGeom prst="ellipse">
            <a:avLst/>
          </a:prstGeom>
          <a:solidFill>
            <a:srgbClr val="F4A95F"/>
          </a:solidFill>
          <a:ln w="12700">
            <a:solidFill>
              <a:srgbClr val="F4A95F"/>
            </a:solidFill>
            <a:prstDash val="solid"/>
          </a:ln>
        </p:spPr>
      </p:sp>
      <p:pic>
        <p:nvPicPr>
          <p:cNvPr id="11" name="Image 0" descr="preencoded.png">    </p:cNvPr>
          <p:cNvPicPr>
            <a:picLocks noChangeAspect="1"/>
          </p:cNvPicPr>
          <p:nvPr/>
        </p:nvPicPr>
        <p:blipFill>
          <a:blip r:embed="rId2"/>
          <a:stretch>
            <a:fillRect/>
          </a:stretch>
        </p:blipFill>
        <p:spPr>
          <a:xfrm>
            <a:off x="4741164" y="4946904"/>
            <a:ext cx="438912" cy="438912"/>
          </a:xfrm>
          <a:prstGeom prst="rect">
            <a:avLst/>
          </a:prstGeom>
        </p:spPr>
      </p:pic>
      <p:sp>
        <p:nvSpPr>
          <p:cNvPr id="12" name="Shape 9"/>
          <p:cNvSpPr/>
          <p:nvPr/>
        </p:nvSpPr>
        <p:spPr>
          <a:xfrm>
            <a:off x="1440180" y="4709160"/>
            <a:ext cx="914400" cy="914400"/>
          </a:xfrm>
          <a:prstGeom prst="ellipse">
            <a:avLst/>
          </a:prstGeom>
          <a:solidFill>
            <a:srgbClr val="E77E96"/>
          </a:solidFill>
          <a:ln w="12700">
            <a:solidFill>
              <a:srgbClr val="E77E96"/>
            </a:solidFill>
            <a:prstDash val="solid"/>
          </a:ln>
        </p:spPr>
      </p:sp>
      <p:pic>
        <p:nvPicPr>
          <p:cNvPr id="13" name="Image 1" descr="preencoded.png">    </p:cNvPr>
          <p:cNvPicPr>
            <a:picLocks noChangeAspect="1"/>
          </p:cNvPicPr>
          <p:nvPr/>
        </p:nvPicPr>
        <p:blipFill>
          <a:blip r:embed="rId3"/>
          <a:stretch>
            <a:fillRect/>
          </a:stretch>
        </p:blipFill>
        <p:spPr>
          <a:xfrm>
            <a:off x="1677924" y="4946904"/>
            <a:ext cx="438912" cy="438912"/>
          </a:xfrm>
          <a:prstGeom prst="rect">
            <a:avLst/>
          </a:prstGeom>
        </p:spPr>
      </p:pic>
      <p:sp>
        <p:nvSpPr>
          <p:cNvPr id="14" name="Text 10"/>
          <p:cNvSpPr txBox="1"/>
          <p:nvPr/>
        </p:nvSpPr>
        <p:spPr>
          <a:xfrm>
            <a:off x="3703320" y="5806440"/>
            <a:ext cx="2514600" cy="548640"/>
          </a:xfrm>
          <a:prstGeom prst="rect">
            <a:avLst/>
          </a:prstGeom>
          <a:noFill/>
          <a:ln/>
        </p:spPr>
        <p:txBody>
          <a:bodyPr wrap="square" lIns="0" tIns="0" rIns="0" bIns="0" rtlCol="0" anchor="t"/>
          <a:lstStyle/>
          <a:p>
            <a:pPr rtl="1" algn="ctr" indent="0" marL="0">
              <a:buNone/>
            </a:pPr>
            <a:r>
              <a:rPr lang="ar-SA" altLang="en-US" sz="2200" b="1" dirty="0">
                <a:solidFill>
                  <a:srgbClr val="F4A95F"/>
                </a:solidFill>
                <a:latin typeface="Arial" pitchFamily="34" charset="0"/>
                <a:ea typeface="Arial" pitchFamily="34" charset="-122"/>
                <a:cs typeface="Arial" pitchFamily="34" charset="-120"/>
              </a:rPr>
              <a:t>حوار ناضج</a:t>
            </a:r>
            <a:endParaRPr lang="ar-SA" sz="2200" dirty="0"/>
          </a:p>
        </p:txBody>
      </p:sp>
      <p:sp>
        <p:nvSpPr>
          <p:cNvPr id="15" name="Text 11"/>
          <p:cNvSpPr txBox="1"/>
          <p:nvPr/>
        </p:nvSpPr>
        <p:spPr>
          <a:xfrm>
            <a:off x="3703320" y="6400800"/>
            <a:ext cx="2514600" cy="731520"/>
          </a:xfrm>
          <a:prstGeom prst="rect">
            <a:avLst/>
          </a:prstGeom>
          <a:noFill/>
          <a:ln/>
        </p:spPr>
        <p:txBody>
          <a:bodyPr wrap="square" lIns="0" tIns="0" rIns="0" bIns="0" rtlCol="0" anchor="t"/>
          <a:lstStyle/>
          <a:p>
            <a:pPr rtl="1" algn="ctr" indent="0" marL="0">
              <a:buNone/>
            </a:pPr>
            <a:r>
              <a:rPr lang="ar-SA" altLang="en-US" sz="1700" dirty="0">
                <a:solidFill>
                  <a:srgbClr val="C4B3D2"/>
                </a:solidFill>
                <a:latin typeface="Arial" pitchFamily="34" charset="0"/>
                <a:ea typeface="Arial" pitchFamily="34" charset="-122"/>
                <a:cs typeface="Arial" pitchFamily="34" charset="-120"/>
              </a:rPr>
              <a:t>وهذا جيد</a:t>
            </a:r>
            <a:endParaRPr lang="ar-SA" sz="1700" dirty="0"/>
          </a:p>
        </p:txBody>
      </p:sp>
      <p:sp>
        <p:nvSpPr>
          <p:cNvPr id="16" name="Text 12"/>
          <p:cNvSpPr txBox="1"/>
          <p:nvPr/>
        </p:nvSpPr>
        <p:spPr>
          <a:xfrm>
            <a:off x="640080" y="5806440"/>
            <a:ext cx="2514600" cy="548640"/>
          </a:xfrm>
          <a:prstGeom prst="rect">
            <a:avLst/>
          </a:prstGeom>
          <a:noFill/>
          <a:ln/>
        </p:spPr>
        <p:txBody>
          <a:bodyPr wrap="square" lIns="0" tIns="0" rIns="0" bIns="0" rtlCol="0" anchor="t"/>
          <a:lstStyle/>
          <a:p>
            <a:pPr rtl="1" algn="ctr" indent="0" marL="0">
              <a:buNone/>
            </a:pPr>
            <a:r>
              <a:rPr lang="ar-SA" altLang="en-US" sz="2200" b="1" dirty="0">
                <a:solidFill>
                  <a:srgbClr val="E77E96"/>
                </a:solidFill>
                <a:latin typeface="Arial" pitchFamily="34" charset="0"/>
                <a:ea typeface="Arial" pitchFamily="34" charset="-122"/>
                <a:cs typeface="Arial" pitchFamily="34" charset="-120"/>
              </a:rPr>
              <a:t>انسحاب عاطفي</a:t>
            </a:r>
            <a:endParaRPr lang="ar-SA" sz="2200" dirty="0"/>
          </a:p>
        </p:txBody>
      </p:sp>
      <p:sp>
        <p:nvSpPr>
          <p:cNvPr id="17" name="Text 13"/>
          <p:cNvSpPr txBox="1"/>
          <p:nvPr/>
        </p:nvSpPr>
        <p:spPr>
          <a:xfrm>
            <a:off x="640080" y="6400800"/>
            <a:ext cx="2514600" cy="731520"/>
          </a:xfrm>
          <a:prstGeom prst="rect">
            <a:avLst/>
          </a:prstGeom>
          <a:noFill/>
          <a:ln/>
        </p:spPr>
        <p:txBody>
          <a:bodyPr wrap="square" lIns="0" tIns="0" rIns="0" bIns="0" rtlCol="0" anchor="t"/>
          <a:lstStyle/>
          <a:p>
            <a:pPr rtl="1" algn="ctr" indent="0" marL="0">
              <a:buNone/>
            </a:pPr>
            <a:r>
              <a:rPr lang="ar-SA" altLang="en-US" sz="1700" dirty="0">
                <a:solidFill>
                  <a:srgbClr val="C4B3D2"/>
                </a:solidFill>
                <a:latin typeface="Arial" pitchFamily="34" charset="0"/>
                <a:ea typeface="Arial" pitchFamily="34" charset="-122"/>
                <a:cs typeface="Arial" pitchFamily="34" charset="-120"/>
              </a:rPr>
              <a:t>وهنا يجب الانتباه</a:t>
            </a:r>
            <a:endParaRPr lang="ar-SA" sz="1700" dirty="0"/>
          </a:p>
        </p:txBody>
      </p:sp>
      <p:pic>
        <p:nvPicPr>
          <p:cNvPr id="18" name="Image 2" descr="preencoded.png">    </p:cNvPr>
          <p:cNvPicPr>
            <a:picLocks noChangeAspect="1"/>
          </p:cNvPicPr>
          <p:nvPr/>
        </p:nvPicPr>
        <p:blipFill>
          <a:blip r:embed="rId4"/>
          <a:stretch>
            <a:fillRect/>
          </a:stretch>
        </p:blipFill>
        <p:spPr>
          <a:xfrm>
            <a:off x="5806440" y="8001000"/>
            <a:ext cx="548640" cy="548640"/>
          </a:xfrm>
          <a:prstGeom prst="rect">
            <a:avLst/>
          </a:prstGeom>
        </p:spPr>
      </p:pic>
      <p:sp>
        <p:nvSpPr>
          <p:cNvPr id="19" name="Text 14"/>
          <p:cNvSpPr txBox="1"/>
          <p:nvPr/>
        </p:nvSpPr>
        <p:spPr>
          <a:xfrm>
            <a:off x="502920" y="8732520"/>
            <a:ext cx="5852160" cy="1828800"/>
          </a:xfrm>
          <a:prstGeom prst="rect">
            <a:avLst/>
          </a:prstGeom>
          <a:noFill/>
          <a:ln/>
        </p:spPr>
        <p:txBody>
          <a:bodyPr wrap="square" lIns="0" tIns="0" rIns="0" bIns="0" rtlCol="0" anchor="t"/>
          <a:lstStyle/>
          <a:p>
            <a:pPr rtl="1" algn="r" indent="0" marL="0">
              <a:lnSpc>
                <a:spcPct val="115000"/>
              </a:lnSpc>
              <a:buNone/>
            </a:pPr>
            <a:r>
              <a:rPr lang="ar-SA" altLang="en-US" sz="2700" b="1" dirty="0">
                <a:solidFill>
                  <a:srgbClr val="FBF3F6"/>
                </a:solidFill>
                <a:latin typeface="Arial" pitchFamily="34" charset="0"/>
                <a:ea typeface="Arial" pitchFamily="34" charset="-122"/>
                <a:cs typeface="Arial" pitchFamily="34" charset="-120"/>
              </a:rPr>
              <a:t>أحيانًا يتوقف الإنسان عن الشجار لأنه لم يعد يتوقع شيئًا.</a:t>
            </a:r>
            <a:endParaRPr lang="ar-SA" sz="2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02920" y="566928"/>
            <a:ext cx="329184" cy="329184"/>
          </a:xfrm>
          <a:prstGeom prst="ellipse">
            <a:avLst/>
          </a:prstGeom>
          <a:ln w="19050">
            <a:solidFill>
              <a:srgbClr val="E77E96"/>
            </a:solidFill>
            <a:prstDash val="solid"/>
          </a:ln>
        </p:spPr>
      </p:sp>
      <p:sp>
        <p:nvSpPr>
          <p:cNvPr id="3" name="Shape 1"/>
          <p:cNvSpPr/>
          <p:nvPr/>
        </p:nvSpPr>
        <p:spPr>
          <a:xfrm>
            <a:off x="733349" y="566928"/>
            <a:ext cx="329184" cy="329184"/>
          </a:xfrm>
          <a:prstGeom prst="ellipse">
            <a:avLst/>
          </a:prstGeom>
          <a:ln w="19050">
            <a:solidFill>
              <a:srgbClr val="F4A95F"/>
            </a:solidFill>
            <a:prstDash val="solid"/>
          </a:ln>
        </p:spPr>
      </p:sp>
      <p:sp>
        <p:nvSpPr>
          <p:cNvPr id="4" name="Text 2"/>
          <p:cNvSpPr txBox="1"/>
          <p:nvPr/>
        </p:nvSpPr>
        <p:spPr>
          <a:xfrm>
            <a:off x="1161288" y="566928"/>
            <a:ext cx="1280160" cy="329184"/>
          </a:xfrm>
          <a:prstGeom prst="rect">
            <a:avLst/>
          </a:prstGeom>
          <a:noFill/>
          <a:ln/>
        </p:spPr>
        <p:txBody>
          <a:bodyPr wrap="square" lIns="0" tIns="0" rIns="0" bIns="0" rtlCol="0" anchor="ctr"/>
          <a:lstStyle/>
          <a:p>
            <a:pPr algn="l" indent="0" marL="0">
              <a:buNone/>
            </a:pPr>
            <a:r>
              <a:rPr lang="en-US" altLang="en-US" sz="1100" dirty="0">
                <a:solidFill>
                  <a:srgbClr val="C4B3D2"/>
                </a:solidFill>
                <a:latin typeface="Arial" pitchFamily="34" charset="0"/>
                <a:ea typeface="Arial" pitchFamily="34" charset="-122"/>
                <a:cs typeface="Arial" pitchFamily="34" charset="-120"/>
              </a:rPr>
              <a:t>15 / 21</a:t>
            </a:r>
            <a:endParaRPr lang="en-US" sz="1100" dirty="0"/>
          </a:p>
        </p:txBody>
      </p:sp>
      <p:sp>
        <p:nvSpPr>
          <p:cNvPr id="5" name="Text 3"/>
          <p:cNvSpPr txBox="1"/>
          <p:nvPr/>
        </p:nvSpPr>
        <p:spPr>
          <a:xfrm>
            <a:off x="2514600" y="566928"/>
            <a:ext cx="3840480" cy="329184"/>
          </a:xfrm>
          <a:prstGeom prst="rect">
            <a:avLst/>
          </a:prstGeom>
          <a:noFill/>
          <a:ln/>
        </p:spPr>
        <p:txBody>
          <a:bodyPr wrap="square" lIns="0" tIns="0" rIns="0" bIns="0" rtlCol="0" anchor="ctr"/>
          <a:lstStyle/>
          <a:p>
            <a:pPr rtl="1" algn="r" indent="0" marL="0">
              <a:buNone/>
            </a:pPr>
            <a:r>
              <a:rPr lang="ar-SA" altLang="en-US" sz="1400" b="1" dirty="0">
                <a:solidFill>
                  <a:srgbClr val="F4A95F"/>
                </a:solidFill>
                <a:latin typeface="Arial" pitchFamily="34" charset="0"/>
                <a:ea typeface="Arial" pitchFamily="34" charset="-122"/>
                <a:cs typeface="Arial" pitchFamily="34" charset="-120"/>
              </a:rPr>
              <a:t>متى نعيد البناء؟</a:t>
            </a:r>
            <a:endParaRPr lang="ar-SA" sz="1400" dirty="0"/>
          </a:p>
        </p:txBody>
      </p:sp>
      <p:sp>
        <p:nvSpPr>
          <p:cNvPr id="6" name="Text 4"/>
          <p:cNvSpPr txBox="1"/>
          <p:nvPr/>
        </p:nvSpPr>
        <p:spPr>
          <a:xfrm>
            <a:off x="502920" y="1143000"/>
            <a:ext cx="5852160" cy="1737360"/>
          </a:xfrm>
          <a:prstGeom prst="rect">
            <a:avLst/>
          </a:prstGeom>
          <a:noFill/>
          <a:ln/>
        </p:spPr>
        <p:txBody>
          <a:bodyPr wrap="square" lIns="0" tIns="0" rIns="0" bIns="0" rtlCol="0" anchor="t"/>
          <a:lstStyle/>
          <a:p>
            <a:pPr rtl="1" algn="r" indent="0" marL="0">
              <a:lnSpc>
                <a:spcPct val="105000"/>
              </a:lnSpc>
              <a:buNone/>
            </a:pPr>
            <a:r>
              <a:rPr lang="ar-SA" altLang="en-US" sz="3200" b="1" dirty="0">
                <a:solidFill>
                  <a:srgbClr val="FBF3F6"/>
                </a:solidFill>
                <a:latin typeface="Arial" pitchFamily="34" charset="0"/>
                <a:ea typeface="Arial" pitchFamily="34" charset="-122"/>
                <a:cs typeface="Arial" pitchFamily="34" charset="-120"/>
              </a:rPr>
              <a:t>إشارات تقول: العلاقة تحتاج إلى إعادة بناء</a:t>
            </a:r>
            <a:endParaRPr lang="ar-SA" sz="3200" dirty="0"/>
          </a:p>
        </p:txBody>
      </p:sp>
      <p:sp>
        <p:nvSpPr>
          <p:cNvPr id="7" name="Shape 5"/>
          <p:cNvSpPr/>
          <p:nvPr/>
        </p:nvSpPr>
        <p:spPr>
          <a:xfrm>
            <a:off x="502920" y="3108960"/>
            <a:ext cx="5852160" cy="1097280"/>
          </a:xfrm>
          <a:prstGeom prst="roundRect">
            <a:avLst>
              <a:gd name="adj" fmla="val 15000"/>
            </a:avLst>
          </a:prstGeom>
          <a:solidFill>
            <a:srgbClr val="2B1F45"/>
          </a:solidFill>
          <a:ln w="12700">
            <a:solidFill>
              <a:srgbClr val="2B1F45"/>
            </a:solidFill>
            <a:prstDash val="solid"/>
          </a:ln>
        </p:spPr>
      </p:sp>
      <p:sp>
        <p:nvSpPr>
          <p:cNvPr id="8" name="Shape 6"/>
          <p:cNvSpPr/>
          <p:nvPr/>
        </p:nvSpPr>
        <p:spPr>
          <a:xfrm>
            <a:off x="5623560" y="3429000"/>
            <a:ext cx="457200" cy="457200"/>
          </a:xfrm>
          <a:prstGeom prst="ellipse">
            <a:avLst/>
          </a:prstGeom>
          <a:ln w="25400">
            <a:solidFill>
              <a:srgbClr val="E77E96"/>
            </a:solidFill>
            <a:prstDash val="solid"/>
          </a:ln>
        </p:spPr>
      </p:sp>
      <p:pic>
        <p:nvPicPr>
          <p:cNvPr id="9" name="Image 0" descr="preencoded.png">    </p:cNvPr>
          <p:cNvPicPr>
            <a:picLocks noChangeAspect="1"/>
          </p:cNvPicPr>
          <p:nvPr/>
        </p:nvPicPr>
        <p:blipFill>
          <a:blip r:embed="rId2"/>
          <a:stretch>
            <a:fillRect/>
          </a:stretch>
        </p:blipFill>
        <p:spPr>
          <a:xfrm>
            <a:off x="5742432" y="3547872"/>
            <a:ext cx="219456" cy="219456"/>
          </a:xfrm>
          <a:prstGeom prst="rect">
            <a:avLst/>
          </a:prstGeom>
        </p:spPr>
      </p:pic>
      <p:sp>
        <p:nvSpPr>
          <p:cNvPr id="10" name="Text 7"/>
          <p:cNvSpPr txBox="1"/>
          <p:nvPr/>
        </p:nvSpPr>
        <p:spPr>
          <a:xfrm>
            <a:off x="777240" y="3108960"/>
            <a:ext cx="4617720" cy="1097280"/>
          </a:xfrm>
          <a:prstGeom prst="rect">
            <a:avLst/>
          </a:prstGeom>
          <a:noFill/>
          <a:ln/>
        </p:spPr>
        <p:txBody>
          <a:bodyPr wrap="square" lIns="0" tIns="0" rIns="0" bIns="0" rtlCol="0" anchor="ctr"/>
          <a:lstStyle/>
          <a:p>
            <a:pPr rtl="1" algn="r" indent="0" marL="0">
              <a:buNone/>
            </a:pPr>
            <a:r>
              <a:rPr lang="ar-SA" altLang="en-US" sz="1700" dirty="0">
                <a:solidFill>
                  <a:srgbClr val="FBF3F6"/>
                </a:solidFill>
                <a:latin typeface="Arial" pitchFamily="34" charset="0"/>
                <a:ea typeface="Arial" pitchFamily="34" charset="-122"/>
                <a:cs typeface="Arial" pitchFamily="34" charset="-120"/>
              </a:rPr>
              <a:t>عندما يصبح الشعور بالوحدة داخل الزواج متكررًا</a:t>
            </a:r>
            <a:endParaRPr lang="ar-SA" sz="1700" dirty="0"/>
          </a:p>
        </p:txBody>
      </p:sp>
      <p:sp>
        <p:nvSpPr>
          <p:cNvPr id="11" name="Shape 8"/>
          <p:cNvSpPr/>
          <p:nvPr/>
        </p:nvSpPr>
        <p:spPr>
          <a:xfrm>
            <a:off x="502920" y="4389120"/>
            <a:ext cx="5852160" cy="1097280"/>
          </a:xfrm>
          <a:prstGeom prst="roundRect">
            <a:avLst>
              <a:gd name="adj" fmla="val 15000"/>
            </a:avLst>
          </a:prstGeom>
          <a:solidFill>
            <a:srgbClr val="2B1F45"/>
          </a:solidFill>
          <a:ln w="12700">
            <a:solidFill>
              <a:srgbClr val="2B1F45"/>
            </a:solidFill>
            <a:prstDash val="solid"/>
          </a:ln>
        </p:spPr>
      </p:sp>
      <p:sp>
        <p:nvSpPr>
          <p:cNvPr id="12" name="Shape 9"/>
          <p:cNvSpPr/>
          <p:nvPr/>
        </p:nvSpPr>
        <p:spPr>
          <a:xfrm>
            <a:off x="5623560" y="4709160"/>
            <a:ext cx="457200" cy="457200"/>
          </a:xfrm>
          <a:prstGeom prst="ellipse">
            <a:avLst/>
          </a:prstGeom>
          <a:ln w="25400">
            <a:solidFill>
              <a:srgbClr val="E77E96"/>
            </a:solidFill>
            <a:prstDash val="solid"/>
          </a:ln>
        </p:spPr>
      </p:sp>
      <p:pic>
        <p:nvPicPr>
          <p:cNvPr id="13" name="Image 1" descr="preencoded.png">    </p:cNvPr>
          <p:cNvPicPr>
            <a:picLocks noChangeAspect="1"/>
          </p:cNvPicPr>
          <p:nvPr/>
        </p:nvPicPr>
        <p:blipFill>
          <a:blip r:embed="rId3"/>
          <a:stretch>
            <a:fillRect/>
          </a:stretch>
        </p:blipFill>
        <p:spPr>
          <a:xfrm>
            <a:off x="5742432" y="4828032"/>
            <a:ext cx="219456" cy="219456"/>
          </a:xfrm>
          <a:prstGeom prst="rect">
            <a:avLst/>
          </a:prstGeom>
        </p:spPr>
      </p:pic>
      <p:sp>
        <p:nvSpPr>
          <p:cNvPr id="14" name="Text 10"/>
          <p:cNvSpPr txBox="1"/>
          <p:nvPr/>
        </p:nvSpPr>
        <p:spPr>
          <a:xfrm>
            <a:off x="777240" y="4389120"/>
            <a:ext cx="4617720" cy="1097280"/>
          </a:xfrm>
          <a:prstGeom prst="rect">
            <a:avLst/>
          </a:prstGeom>
          <a:noFill/>
          <a:ln/>
        </p:spPr>
        <p:txBody>
          <a:bodyPr wrap="square" lIns="0" tIns="0" rIns="0" bIns="0" rtlCol="0" anchor="ctr"/>
          <a:lstStyle/>
          <a:p>
            <a:pPr rtl="1" algn="r" indent="0" marL="0">
              <a:buNone/>
            </a:pPr>
            <a:r>
              <a:rPr lang="ar-SA" altLang="en-US" sz="1700" dirty="0">
                <a:solidFill>
                  <a:srgbClr val="FBF3F6"/>
                </a:solidFill>
                <a:latin typeface="Arial" pitchFamily="34" charset="0"/>
                <a:ea typeface="Arial" pitchFamily="34" charset="-122"/>
                <a:cs typeface="Arial" pitchFamily="34" charset="-120"/>
              </a:rPr>
              <a:t>عندما يفقد الحوار معناه</a:t>
            </a:r>
            <a:endParaRPr lang="ar-SA" sz="1700" dirty="0"/>
          </a:p>
        </p:txBody>
      </p:sp>
      <p:sp>
        <p:nvSpPr>
          <p:cNvPr id="15" name="Shape 11"/>
          <p:cNvSpPr/>
          <p:nvPr/>
        </p:nvSpPr>
        <p:spPr>
          <a:xfrm>
            <a:off x="502920" y="5669280"/>
            <a:ext cx="5852160" cy="1097280"/>
          </a:xfrm>
          <a:prstGeom prst="roundRect">
            <a:avLst>
              <a:gd name="adj" fmla="val 15000"/>
            </a:avLst>
          </a:prstGeom>
          <a:solidFill>
            <a:srgbClr val="2B1F45"/>
          </a:solidFill>
          <a:ln w="12700">
            <a:solidFill>
              <a:srgbClr val="2B1F45"/>
            </a:solidFill>
            <a:prstDash val="solid"/>
          </a:ln>
        </p:spPr>
      </p:sp>
      <p:sp>
        <p:nvSpPr>
          <p:cNvPr id="16" name="Shape 12"/>
          <p:cNvSpPr/>
          <p:nvPr/>
        </p:nvSpPr>
        <p:spPr>
          <a:xfrm>
            <a:off x="5623560" y="5989320"/>
            <a:ext cx="457200" cy="457200"/>
          </a:xfrm>
          <a:prstGeom prst="ellipse">
            <a:avLst/>
          </a:prstGeom>
          <a:ln w="25400">
            <a:solidFill>
              <a:srgbClr val="E77E96"/>
            </a:solidFill>
            <a:prstDash val="solid"/>
          </a:ln>
        </p:spPr>
      </p:sp>
      <p:pic>
        <p:nvPicPr>
          <p:cNvPr id="17" name="Image 2" descr="preencoded.png">    </p:cNvPr>
          <p:cNvPicPr>
            <a:picLocks noChangeAspect="1"/>
          </p:cNvPicPr>
          <p:nvPr/>
        </p:nvPicPr>
        <p:blipFill>
          <a:blip r:embed="rId4"/>
          <a:stretch>
            <a:fillRect/>
          </a:stretch>
        </p:blipFill>
        <p:spPr>
          <a:xfrm>
            <a:off x="5742432" y="6108192"/>
            <a:ext cx="219456" cy="219456"/>
          </a:xfrm>
          <a:prstGeom prst="rect">
            <a:avLst/>
          </a:prstGeom>
        </p:spPr>
      </p:pic>
      <p:sp>
        <p:nvSpPr>
          <p:cNvPr id="18" name="Text 13"/>
          <p:cNvSpPr txBox="1"/>
          <p:nvPr/>
        </p:nvSpPr>
        <p:spPr>
          <a:xfrm>
            <a:off x="777240" y="5669280"/>
            <a:ext cx="4617720" cy="1097280"/>
          </a:xfrm>
          <a:prstGeom prst="rect">
            <a:avLst/>
          </a:prstGeom>
          <a:noFill/>
          <a:ln/>
        </p:spPr>
        <p:txBody>
          <a:bodyPr wrap="square" lIns="0" tIns="0" rIns="0" bIns="0" rtlCol="0" anchor="ctr"/>
          <a:lstStyle/>
          <a:p>
            <a:pPr rtl="1" algn="r" indent="0" marL="0">
              <a:buNone/>
            </a:pPr>
            <a:r>
              <a:rPr lang="ar-SA" altLang="en-US" sz="1700" dirty="0">
                <a:solidFill>
                  <a:srgbClr val="FBF3F6"/>
                </a:solidFill>
                <a:latin typeface="Arial" pitchFamily="34" charset="0"/>
                <a:ea typeface="Arial" pitchFamily="34" charset="-122"/>
                <a:cs typeface="Arial" pitchFamily="34" charset="-120"/>
              </a:rPr>
              <a:t>عندما تصبح كل محاولة للتقارب سببًا في صراع جديد</a:t>
            </a:r>
            <a:endParaRPr lang="ar-SA" sz="1700" dirty="0"/>
          </a:p>
        </p:txBody>
      </p:sp>
      <p:sp>
        <p:nvSpPr>
          <p:cNvPr id="19" name="Shape 14"/>
          <p:cNvSpPr/>
          <p:nvPr/>
        </p:nvSpPr>
        <p:spPr>
          <a:xfrm>
            <a:off x="502920" y="6949440"/>
            <a:ext cx="5852160" cy="1097280"/>
          </a:xfrm>
          <a:prstGeom prst="roundRect">
            <a:avLst>
              <a:gd name="adj" fmla="val 15000"/>
            </a:avLst>
          </a:prstGeom>
          <a:solidFill>
            <a:srgbClr val="2B1F45"/>
          </a:solidFill>
          <a:ln w="12700">
            <a:solidFill>
              <a:srgbClr val="2B1F45"/>
            </a:solidFill>
            <a:prstDash val="solid"/>
          </a:ln>
        </p:spPr>
      </p:sp>
      <p:sp>
        <p:nvSpPr>
          <p:cNvPr id="20" name="Shape 15"/>
          <p:cNvSpPr/>
          <p:nvPr/>
        </p:nvSpPr>
        <p:spPr>
          <a:xfrm>
            <a:off x="5623560" y="7269480"/>
            <a:ext cx="457200" cy="457200"/>
          </a:xfrm>
          <a:prstGeom prst="ellipse">
            <a:avLst/>
          </a:prstGeom>
          <a:ln w="25400">
            <a:solidFill>
              <a:srgbClr val="E77E96"/>
            </a:solidFill>
            <a:prstDash val="solid"/>
          </a:ln>
        </p:spPr>
      </p:sp>
      <p:pic>
        <p:nvPicPr>
          <p:cNvPr id="21" name="Image 3" descr="preencoded.png">    </p:cNvPr>
          <p:cNvPicPr>
            <a:picLocks noChangeAspect="1"/>
          </p:cNvPicPr>
          <p:nvPr/>
        </p:nvPicPr>
        <p:blipFill>
          <a:blip r:embed="rId5"/>
          <a:stretch>
            <a:fillRect/>
          </a:stretch>
        </p:blipFill>
        <p:spPr>
          <a:xfrm>
            <a:off x="5742432" y="7388352"/>
            <a:ext cx="219456" cy="219456"/>
          </a:xfrm>
          <a:prstGeom prst="rect">
            <a:avLst/>
          </a:prstGeom>
        </p:spPr>
      </p:pic>
      <p:sp>
        <p:nvSpPr>
          <p:cNvPr id="22" name="Text 16"/>
          <p:cNvSpPr txBox="1"/>
          <p:nvPr/>
        </p:nvSpPr>
        <p:spPr>
          <a:xfrm>
            <a:off x="777240" y="6949440"/>
            <a:ext cx="4617720" cy="1097280"/>
          </a:xfrm>
          <a:prstGeom prst="rect">
            <a:avLst/>
          </a:prstGeom>
          <a:noFill/>
          <a:ln/>
        </p:spPr>
        <p:txBody>
          <a:bodyPr wrap="square" lIns="0" tIns="0" rIns="0" bIns="0" rtlCol="0" anchor="ctr"/>
          <a:lstStyle/>
          <a:p>
            <a:pPr rtl="1" algn="r" indent="0" marL="0">
              <a:buNone/>
            </a:pPr>
            <a:r>
              <a:rPr lang="ar-SA" altLang="en-US" sz="1700" dirty="0">
                <a:solidFill>
                  <a:srgbClr val="FBF3F6"/>
                </a:solidFill>
                <a:latin typeface="Arial" pitchFamily="34" charset="0"/>
                <a:ea typeface="Arial" pitchFamily="34" charset="-122"/>
                <a:cs typeface="Arial" pitchFamily="34" charset="-120"/>
              </a:rPr>
              <a:t>عندما يشعر أحد الطرفين بأنه غير مرئي أو غير مسموع</a:t>
            </a:r>
            <a:endParaRPr lang="ar-SA" sz="1700" dirty="0"/>
          </a:p>
        </p:txBody>
      </p:sp>
      <p:sp>
        <p:nvSpPr>
          <p:cNvPr id="23" name="Shape 17"/>
          <p:cNvSpPr/>
          <p:nvPr/>
        </p:nvSpPr>
        <p:spPr>
          <a:xfrm>
            <a:off x="502920" y="8229600"/>
            <a:ext cx="5852160" cy="1097280"/>
          </a:xfrm>
          <a:prstGeom prst="roundRect">
            <a:avLst>
              <a:gd name="adj" fmla="val 15000"/>
            </a:avLst>
          </a:prstGeom>
          <a:solidFill>
            <a:srgbClr val="2B1F45"/>
          </a:solidFill>
          <a:ln w="12700">
            <a:solidFill>
              <a:srgbClr val="2B1F45"/>
            </a:solidFill>
            <a:prstDash val="solid"/>
          </a:ln>
        </p:spPr>
      </p:sp>
      <p:sp>
        <p:nvSpPr>
          <p:cNvPr id="24" name="Shape 18"/>
          <p:cNvSpPr/>
          <p:nvPr/>
        </p:nvSpPr>
        <p:spPr>
          <a:xfrm>
            <a:off x="5623560" y="8549640"/>
            <a:ext cx="457200" cy="457200"/>
          </a:xfrm>
          <a:prstGeom prst="ellipse">
            <a:avLst/>
          </a:prstGeom>
          <a:ln w="25400">
            <a:solidFill>
              <a:srgbClr val="E77E96"/>
            </a:solidFill>
            <a:prstDash val="solid"/>
          </a:ln>
        </p:spPr>
      </p:sp>
      <p:pic>
        <p:nvPicPr>
          <p:cNvPr id="25" name="Image 4" descr="preencoded.png">    </p:cNvPr>
          <p:cNvPicPr>
            <a:picLocks noChangeAspect="1"/>
          </p:cNvPicPr>
          <p:nvPr/>
        </p:nvPicPr>
        <p:blipFill>
          <a:blip r:embed="rId6"/>
          <a:stretch>
            <a:fillRect/>
          </a:stretch>
        </p:blipFill>
        <p:spPr>
          <a:xfrm>
            <a:off x="5742432" y="8668512"/>
            <a:ext cx="219456" cy="219456"/>
          </a:xfrm>
          <a:prstGeom prst="rect">
            <a:avLst/>
          </a:prstGeom>
        </p:spPr>
      </p:pic>
      <p:sp>
        <p:nvSpPr>
          <p:cNvPr id="26" name="Text 19"/>
          <p:cNvSpPr txBox="1"/>
          <p:nvPr/>
        </p:nvSpPr>
        <p:spPr>
          <a:xfrm>
            <a:off x="777240" y="8229600"/>
            <a:ext cx="4617720" cy="1097280"/>
          </a:xfrm>
          <a:prstGeom prst="rect">
            <a:avLst/>
          </a:prstGeom>
          <a:noFill/>
          <a:ln/>
        </p:spPr>
        <p:txBody>
          <a:bodyPr wrap="square" lIns="0" tIns="0" rIns="0" bIns="0" rtlCol="0" anchor="ctr"/>
          <a:lstStyle/>
          <a:p>
            <a:pPr rtl="1" algn="r" indent="0" marL="0">
              <a:buNone/>
            </a:pPr>
            <a:r>
              <a:rPr lang="ar-SA" altLang="en-US" sz="1700" dirty="0">
                <a:solidFill>
                  <a:srgbClr val="FBF3F6"/>
                </a:solidFill>
                <a:latin typeface="Arial" pitchFamily="34" charset="0"/>
                <a:ea typeface="Arial" pitchFamily="34" charset="-122"/>
                <a:cs typeface="Arial" pitchFamily="34" charset="-120"/>
              </a:rPr>
              <a:t>عندما تتكرر نفس المشكلة دون الوصول إلى حل</a:t>
            </a:r>
            <a:endParaRPr lang="ar-SA" sz="1700" dirty="0"/>
          </a:p>
        </p:txBody>
      </p:sp>
      <p:sp>
        <p:nvSpPr>
          <p:cNvPr id="27" name="Shape 20"/>
          <p:cNvSpPr/>
          <p:nvPr/>
        </p:nvSpPr>
        <p:spPr>
          <a:xfrm>
            <a:off x="502920" y="9784080"/>
            <a:ext cx="5852160" cy="2011680"/>
          </a:xfrm>
          <a:prstGeom prst="roundRect">
            <a:avLst>
              <a:gd name="adj" fmla="val 8182"/>
            </a:avLst>
          </a:prstGeom>
          <a:solidFill>
            <a:srgbClr val="F4A95F"/>
          </a:solidFill>
          <a:ln w="12700">
            <a:solidFill>
              <a:srgbClr val="F4A95F"/>
            </a:solidFill>
            <a:prstDash val="solid"/>
          </a:ln>
        </p:spPr>
      </p:sp>
      <p:pic>
        <p:nvPicPr>
          <p:cNvPr id="28" name="Image 5" descr="preencoded.png">    </p:cNvPr>
          <p:cNvPicPr>
            <a:picLocks noChangeAspect="1"/>
          </p:cNvPicPr>
          <p:nvPr/>
        </p:nvPicPr>
        <p:blipFill>
          <a:blip r:embed="rId7"/>
          <a:stretch>
            <a:fillRect/>
          </a:stretch>
        </p:blipFill>
        <p:spPr>
          <a:xfrm>
            <a:off x="5486400" y="10104120"/>
            <a:ext cx="548640" cy="548640"/>
          </a:xfrm>
          <a:prstGeom prst="rect">
            <a:avLst/>
          </a:prstGeom>
        </p:spPr>
      </p:pic>
      <p:sp>
        <p:nvSpPr>
          <p:cNvPr id="29" name="Text 21"/>
          <p:cNvSpPr txBox="1"/>
          <p:nvPr/>
        </p:nvSpPr>
        <p:spPr>
          <a:xfrm>
            <a:off x="822960" y="9966960"/>
            <a:ext cx="4572000" cy="1645920"/>
          </a:xfrm>
          <a:prstGeom prst="rect">
            <a:avLst/>
          </a:prstGeom>
          <a:noFill/>
          <a:ln/>
        </p:spPr>
        <p:txBody>
          <a:bodyPr wrap="square" lIns="0" tIns="0" rIns="0" bIns="0" rtlCol="0" anchor="ctr"/>
          <a:lstStyle/>
          <a:p>
            <a:pPr rtl="1" algn="r" indent="0" marL="0">
              <a:lnSpc>
                <a:spcPct val="110000"/>
              </a:lnSpc>
              <a:buNone/>
            </a:pPr>
            <a:r>
              <a:rPr lang="ar-SA" altLang="en-US" sz="2100" b="1" dirty="0">
                <a:solidFill>
                  <a:srgbClr val="1C1230"/>
                </a:solidFill>
                <a:latin typeface="Arial" pitchFamily="34" charset="0"/>
                <a:ea typeface="Arial" pitchFamily="34" charset="-122"/>
                <a:cs typeface="Arial" pitchFamily="34" charset="-120"/>
              </a:rPr>
              <a:t>طلب المساعدة من مختص أو كوتش مؤهل خطوة واعية.</a:t>
            </a:r>
            <a:endParaRPr lang="ar-SA" sz="2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02920" y="566928"/>
            <a:ext cx="329184" cy="329184"/>
          </a:xfrm>
          <a:prstGeom prst="ellipse">
            <a:avLst/>
          </a:prstGeom>
          <a:ln w="19050">
            <a:solidFill>
              <a:srgbClr val="E77E96"/>
            </a:solidFill>
            <a:prstDash val="solid"/>
          </a:ln>
        </p:spPr>
      </p:sp>
      <p:sp>
        <p:nvSpPr>
          <p:cNvPr id="3" name="Shape 1"/>
          <p:cNvSpPr/>
          <p:nvPr/>
        </p:nvSpPr>
        <p:spPr>
          <a:xfrm>
            <a:off x="733349" y="566928"/>
            <a:ext cx="329184" cy="329184"/>
          </a:xfrm>
          <a:prstGeom prst="ellipse">
            <a:avLst/>
          </a:prstGeom>
          <a:ln w="19050">
            <a:solidFill>
              <a:srgbClr val="F4A95F"/>
            </a:solidFill>
            <a:prstDash val="solid"/>
          </a:ln>
        </p:spPr>
      </p:sp>
      <p:sp>
        <p:nvSpPr>
          <p:cNvPr id="4" name="Text 2"/>
          <p:cNvSpPr txBox="1"/>
          <p:nvPr/>
        </p:nvSpPr>
        <p:spPr>
          <a:xfrm>
            <a:off x="1161288" y="566928"/>
            <a:ext cx="1280160" cy="329184"/>
          </a:xfrm>
          <a:prstGeom prst="rect">
            <a:avLst/>
          </a:prstGeom>
          <a:noFill/>
          <a:ln/>
        </p:spPr>
        <p:txBody>
          <a:bodyPr wrap="square" lIns="0" tIns="0" rIns="0" bIns="0" rtlCol="0" anchor="ctr"/>
          <a:lstStyle/>
          <a:p>
            <a:pPr algn="l" indent="0" marL="0">
              <a:buNone/>
            </a:pPr>
            <a:r>
              <a:rPr lang="en-US" altLang="en-US" sz="1100" dirty="0">
                <a:solidFill>
                  <a:srgbClr val="C4B3D2"/>
                </a:solidFill>
                <a:latin typeface="Arial" pitchFamily="34" charset="0"/>
                <a:ea typeface="Arial" pitchFamily="34" charset="-122"/>
                <a:cs typeface="Arial" pitchFamily="34" charset="-120"/>
              </a:rPr>
              <a:t>16 / 21</a:t>
            </a:r>
            <a:endParaRPr lang="en-US" sz="1100" dirty="0"/>
          </a:p>
        </p:txBody>
      </p:sp>
      <p:sp>
        <p:nvSpPr>
          <p:cNvPr id="5" name="Text 3"/>
          <p:cNvSpPr txBox="1"/>
          <p:nvPr/>
        </p:nvSpPr>
        <p:spPr>
          <a:xfrm>
            <a:off x="2514600" y="566928"/>
            <a:ext cx="3840480" cy="329184"/>
          </a:xfrm>
          <a:prstGeom prst="rect">
            <a:avLst/>
          </a:prstGeom>
          <a:noFill/>
          <a:ln/>
        </p:spPr>
        <p:txBody>
          <a:bodyPr wrap="square" lIns="0" tIns="0" rIns="0" bIns="0" rtlCol="0" anchor="ctr"/>
          <a:lstStyle/>
          <a:p>
            <a:pPr rtl="1" algn="r" indent="0" marL="0">
              <a:buNone/>
            </a:pPr>
            <a:r>
              <a:rPr lang="ar-SA" altLang="en-US" sz="1400" b="1" dirty="0">
                <a:solidFill>
                  <a:srgbClr val="F4A95F"/>
                </a:solidFill>
                <a:latin typeface="Arial" pitchFamily="34" charset="0"/>
                <a:ea typeface="Arial" pitchFamily="34" charset="-122"/>
                <a:cs typeface="Arial" pitchFamily="34" charset="-120"/>
              </a:rPr>
              <a:t>الخطوة الأولى</a:t>
            </a:r>
            <a:endParaRPr lang="ar-SA" sz="1400" dirty="0"/>
          </a:p>
        </p:txBody>
      </p:sp>
      <p:sp>
        <p:nvSpPr>
          <p:cNvPr id="6" name="Text 4"/>
          <p:cNvSpPr txBox="1"/>
          <p:nvPr/>
        </p:nvSpPr>
        <p:spPr>
          <a:xfrm>
            <a:off x="502920" y="1143000"/>
            <a:ext cx="5852160" cy="1737360"/>
          </a:xfrm>
          <a:prstGeom prst="rect">
            <a:avLst/>
          </a:prstGeom>
          <a:noFill/>
          <a:ln/>
        </p:spPr>
        <p:txBody>
          <a:bodyPr wrap="square" lIns="0" tIns="0" rIns="0" bIns="0" rtlCol="0" anchor="t"/>
          <a:lstStyle/>
          <a:p>
            <a:pPr rtl="1" algn="r" indent="0" marL="0">
              <a:lnSpc>
                <a:spcPct val="105000"/>
              </a:lnSpc>
              <a:buNone/>
            </a:pPr>
            <a:r>
              <a:rPr lang="ar-SA" altLang="en-US" sz="3200" b="1" dirty="0">
                <a:solidFill>
                  <a:srgbClr val="FBF3F6"/>
                </a:solidFill>
                <a:latin typeface="Arial" pitchFamily="34" charset="0"/>
                <a:ea typeface="Arial" pitchFamily="34" charset="-122"/>
                <a:cs typeface="Arial" pitchFamily="34" charset="-120"/>
              </a:rPr>
              <a:t>من الاتهام... إلى التعبير عن الاحتياج</a:t>
            </a:r>
            <a:endParaRPr lang="ar-SA" sz="3200" dirty="0"/>
          </a:p>
        </p:txBody>
      </p:sp>
      <p:sp>
        <p:nvSpPr>
          <p:cNvPr id="7" name="Text 5"/>
          <p:cNvSpPr txBox="1"/>
          <p:nvPr/>
        </p:nvSpPr>
        <p:spPr>
          <a:xfrm>
            <a:off x="502920" y="2971800"/>
            <a:ext cx="5852160" cy="822960"/>
          </a:xfrm>
          <a:prstGeom prst="rect">
            <a:avLst/>
          </a:prstGeom>
          <a:noFill/>
          <a:ln/>
        </p:spPr>
        <p:txBody>
          <a:bodyPr wrap="square" lIns="0" tIns="0" rIns="0" bIns="0" rtlCol="0" anchor="t"/>
          <a:lstStyle/>
          <a:p>
            <a:pPr rtl="1" algn="r" indent="0" marL="0">
              <a:lnSpc>
                <a:spcPct val="110000"/>
              </a:lnSpc>
              <a:buNone/>
            </a:pPr>
            <a:r>
              <a:rPr lang="ar-SA" altLang="en-US" sz="1800" dirty="0">
                <a:solidFill>
                  <a:srgbClr val="C4B3D2"/>
                </a:solidFill>
                <a:latin typeface="Arial" pitchFamily="34" charset="0"/>
                <a:ea typeface="Arial" pitchFamily="34" charset="-122"/>
                <a:cs typeface="Arial" pitchFamily="34" charset="-120"/>
              </a:rPr>
              <a:t>توقفا عن البحث عن المذنب، وابدآ بالبحث عن المشكلة.</a:t>
            </a:r>
            <a:endParaRPr lang="ar-SA" sz="1800" dirty="0"/>
          </a:p>
        </p:txBody>
      </p:sp>
      <p:sp>
        <p:nvSpPr>
          <p:cNvPr id="8" name="Shape 6"/>
          <p:cNvSpPr/>
          <p:nvPr/>
        </p:nvSpPr>
        <p:spPr>
          <a:xfrm>
            <a:off x="502920" y="3977640"/>
            <a:ext cx="5852160" cy="685800"/>
          </a:xfrm>
          <a:prstGeom prst="roundRect">
            <a:avLst>
              <a:gd name="adj" fmla="val 24000"/>
            </a:avLst>
          </a:prstGeom>
          <a:solidFill>
            <a:srgbClr val="2B1F45"/>
          </a:solidFill>
          <a:ln w="12700">
            <a:solidFill>
              <a:srgbClr val="2B1F45"/>
            </a:solidFill>
            <a:prstDash val="solid"/>
          </a:ln>
        </p:spPr>
      </p:sp>
      <p:pic>
        <p:nvPicPr>
          <p:cNvPr id="9" name="Image 0" descr="preencoded.png">    </p:cNvPr>
          <p:cNvPicPr>
            <a:picLocks noChangeAspect="1"/>
          </p:cNvPicPr>
          <p:nvPr/>
        </p:nvPicPr>
        <p:blipFill>
          <a:blip r:embed="rId2"/>
          <a:stretch>
            <a:fillRect/>
          </a:stretch>
        </p:blipFill>
        <p:spPr>
          <a:xfrm>
            <a:off x="5751576" y="4160520"/>
            <a:ext cx="329184" cy="329184"/>
          </a:xfrm>
          <a:prstGeom prst="rect">
            <a:avLst/>
          </a:prstGeom>
        </p:spPr>
      </p:pic>
      <p:sp>
        <p:nvSpPr>
          <p:cNvPr id="10" name="Text 7"/>
          <p:cNvSpPr txBox="1"/>
          <p:nvPr/>
        </p:nvSpPr>
        <p:spPr>
          <a:xfrm>
            <a:off x="777240" y="3977640"/>
            <a:ext cx="4846320" cy="685800"/>
          </a:xfrm>
          <a:prstGeom prst="rect">
            <a:avLst/>
          </a:prstGeom>
          <a:noFill/>
          <a:ln/>
        </p:spPr>
        <p:txBody>
          <a:bodyPr wrap="square" lIns="0" tIns="0" rIns="0" bIns="0" rtlCol="0" anchor="ctr"/>
          <a:lstStyle/>
          <a:p>
            <a:pPr rtl="1" algn="r" indent="0" marL="0">
              <a:buNone/>
            </a:pPr>
            <a:r>
              <a:rPr lang="ar-SA" altLang="en-US" sz="1800" strike="sngStrike" dirty="0">
                <a:solidFill>
                  <a:srgbClr val="C4B3D2"/>
                </a:solidFill>
                <a:latin typeface="Arial" pitchFamily="34" charset="0"/>
                <a:ea typeface="Arial" pitchFamily="34" charset="-122"/>
                <a:cs typeface="Arial" pitchFamily="34" charset="-120"/>
              </a:rPr>
              <a:t>أنت السبب.</a:t>
            </a:r>
            <a:endParaRPr lang="ar-SA" sz="1800" dirty="0"/>
          </a:p>
        </p:txBody>
      </p:sp>
      <p:pic>
        <p:nvPicPr>
          <p:cNvPr id="11" name="Image 1" descr="preencoded.png">    </p:cNvPr>
          <p:cNvPicPr>
            <a:picLocks noChangeAspect="1"/>
          </p:cNvPicPr>
          <p:nvPr/>
        </p:nvPicPr>
        <p:blipFill>
          <a:blip r:embed="rId3"/>
          <a:stretch>
            <a:fillRect/>
          </a:stretch>
        </p:blipFill>
        <p:spPr>
          <a:xfrm>
            <a:off x="3282696" y="4709160"/>
            <a:ext cx="292608" cy="292608"/>
          </a:xfrm>
          <a:prstGeom prst="rect">
            <a:avLst/>
          </a:prstGeom>
        </p:spPr>
      </p:pic>
      <p:sp>
        <p:nvSpPr>
          <p:cNvPr id="12" name="Shape 8"/>
          <p:cNvSpPr/>
          <p:nvPr/>
        </p:nvSpPr>
        <p:spPr>
          <a:xfrm>
            <a:off x="502920" y="5047488"/>
            <a:ext cx="5852160" cy="960120"/>
          </a:xfrm>
          <a:prstGeom prst="roundRect">
            <a:avLst>
              <a:gd name="adj" fmla="val 17143"/>
            </a:avLst>
          </a:prstGeom>
          <a:solidFill>
            <a:srgbClr val="F4A95F"/>
          </a:solidFill>
          <a:ln w="12700">
            <a:solidFill>
              <a:srgbClr val="F4A95F"/>
            </a:solidFill>
            <a:prstDash val="solid"/>
          </a:ln>
        </p:spPr>
      </p:sp>
      <p:pic>
        <p:nvPicPr>
          <p:cNvPr id="13" name="Image 2" descr="preencoded.png">    </p:cNvPr>
          <p:cNvPicPr>
            <a:picLocks noChangeAspect="1"/>
          </p:cNvPicPr>
          <p:nvPr/>
        </p:nvPicPr>
        <p:blipFill>
          <a:blip r:embed="rId4"/>
          <a:stretch>
            <a:fillRect/>
          </a:stretch>
        </p:blipFill>
        <p:spPr>
          <a:xfrm>
            <a:off x="5715000" y="5340096"/>
            <a:ext cx="365760" cy="365760"/>
          </a:xfrm>
          <a:prstGeom prst="rect">
            <a:avLst/>
          </a:prstGeom>
        </p:spPr>
      </p:pic>
      <p:sp>
        <p:nvSpPr>
          <p:cNvPr id="14" name="Text 9"/>
          <p:cNvSpPr txBox="1"/>
          <p:nvPr/>
        </p:nvSpPr>
        <p:spPr>
          <a:xfrm>
            <a:off x="777240" y="5047488"/>
            <a:ext cx="4846320" cy="960120"/>
          </a:xfrm>
          <a:prstGeom prst="rect">
            <a:avLst/>
          </a:prstGeom>
          <a:noFill/>
          <a:ln/>
        </p:spPr>
        <p:txBody>
          <a:bodyPr wrap="square" lIns="0" tIns="0" rIns="0" bIns="0" rtlCol="0" anchor="ctr"/>
          <a:lstStyle/>
          <a:p>
            <a:pPr rtl="1" algn="r" indent="0" marL="0">
              <a:buNone/>
            </a:pPr>
            <a:r>
              <a:rPr lang="ar-SA" altLang="en-US" sz="2000" b="1" dirty="0">
                <a:solidFill>
                  <a:srgbClr val="1C1230"/>
                </a:solidFill>
                <a:latin typeface="Arial" pitchFamily="34" charset="0"/>
                <a:ea typeface="Arial" pitchFamily="34" charset="-122"/>
                <a:cs typeface="Arial" pitchFamily="34" charset="-120"/>
              </a:rPr>
              <a:t>ماذا حدث لنا؟</a:t>
            </a:r>
            <a:endParaRPr lang="ar-SA" sz="2000" dirty="0"/>
          </a:p>
        </p:txBody>
      </p:sp>
      <p:sp>
        <p:nvSpPr>
          <p:cNvPr id="15" name="Shape 10"/>
          <p:cNvSpPr/>
          <p:nvPr/>
        </p:nvSpPr>
        <p:spPr>
          <a:xfrm>
            <a:off x="502920" y="6373368"/>
            <a:ext cx="5852160" cy="685800"/>
          </a:xfrm>
          <a:prstGeom prst="roundRect">
            <a:avLst>
              <a:gd name="adj" fmla="val 24000"/>
            </a:avLst>
          </a:prstGeom>
          <a:solidFill>
            <a:srgbClr val="2B1F45"/>
          </a:solidFill>
          <a:ln w="12700">
            <a:solidFill>
              <a:srgbClr val="2B1F45"/>
            </a:solidFill>
            <a:prstDash val="solid"/>
          </a:ln>
        </p:spPr>
      </p:sp>
      <p:pic>
        <p:nvPicPr>
          <p:cNvPr id="16" name="Image 3" descr="preencoded.png">    </p:cNvPr>
          <p:cNvPicPr>
            <a:picLocks noChangeAspect="1"/>
          </p:cNvPicPr>
          <p:nvPr/>
        </p:nvPicPr>
        <p:blipFill>
          <a:blip r:embed="rId5"/>
          <a:stretch>
            <a:fillRect/>
          </a:stretch>
        </p:blipFill>
        <p:spPr>
          <a:xfrm>
            <a:off x="5751576" y="6556248"/>
            <a:ext cx="329184" cy="329184"/>
          </a:xfrm>
          <a:prstGeom prst="rect">
            <a:avLst/>
          </a:prstGeom>
        </p:spPr>
      </p:pic>
      <p:sp>
        <p:nvSpPr>
          <p:cNvPr id="17" name="Text 11"/>
          <p:cNvSpPr txBox="1"/>
          <p:nvPr/>
        </p:nvSpPr>
        <p:spPr>
          <a:xfrm>
            <a:off x="777240" y="6373368"/>
            <a:ext cx="4846320" cy="685800"/>
          </a:xfrm>
          <a:prstGeom prst="rect">
            <a:avLst/>
          </a:prstGeom>
          <a:noFill/>
          <a:ln/>
        </p:spPr>
        <p:txBody>
          <a:bodyPr wrap="square" lIns="0" tIns="0" rIns="0" bIns="0" rtlCol="0" anchor="ctr"/>
          <a:lstStyle/>
          <a:p>
            <a:pPr rtl="1" algn="r" indent="0" marL="0">
              <a:buNone/>
            </a:pPr>
            <a:r>
              <a:rPr lang="ar-SA" altLang="en-US" sz="1800" strike="sngStrike" dirty="0">
                <a:solidFill>
                  <a:srgbClr val="C4B3D2"/>
                </a:solidFill>
                <a:latin typeface="Arial" pitchFamily="34" charset="0"/>
                <a:ea typeface="Arial" pitchFamily="34" charset="-122"/>
                <a:cs typeface="Arial" pitchFamily="34" charset="-120"/>
              </a:rPr>
              <a:t>أنت لا تهتم بي.</a:t>
            </a:r>
            <a:endParaRPr lang="ar-SA" sz="1800" dirty="0"/>
          </a:p>
        </p:txBody>
      </p:sp>
      <p:pic>
        <p:nvPicPr>
          <p:cNvPr id="18" name="Image 4" descr="preencoded.png">    </p:cNvPr>
          <p:cNvPicPr>
            <a:picLocks noChangeAspect="1"/>
          </p:cNvPicPr>
          <p:nvPr/>
        </p:nvPicPr>
        <p:blipFill>
          <a:blip r:embed="rId6"/>
          <a:stretch>
            <a:fillRect/>
          </a:stretch>
        </p:blipFill>
        <p:spPr>
          <a:xfrm>
            <a:off x="3282696" y="7104888"/>
            <a:ext cx="292608" cy="292608"/>
          </a:xfrm>
          <a:prstGeom prst="rect">
            <a:avLst/>
          </a:prstGeom>
        </p:spPr>
      </p:pic>
      <p:sp>
        <p:nvSpPr>
          <p:cNvPr id="19" name="Shape 12"/>
          <p:cNvSpPr/>
          <p:nvPr/>
        </p:nvSpPr>
        <p:spPr>
          <a:xfrm>
            <a:off x="502920" y="7443216"/>
            <a:ext cx="5852160" cy="960120"/>
          </a:xfrm>
          <a:prstGeom prst="roundRect">
            <a:avLst>
              <a:gd name="adj" fmla="val 17143"/>
            </a:avLst>
          </a:prstGeom>
          <a:solidFill>
            <a:srgbClr val="F4A95F"/>
          </a:solidFill>
          <a:ln w="12700">
            <a:solidFill>
              <a:srgbClr val="F4A95F"/>
            </a:solidFill>
            <a:prstDash val="solid"/>
          </a:ln>
        </p:spPr>
      </p:sp>
      <p:pic>
        <p:nvPicPr>
          <p:cNvPr id="20" name="Image 5" descr="preencoded.png">    </p:cNvPr>
          <p:cNvPicPr>
            <a:picLocks noChangeAspect="1"/>
          </p:cNvPicPr>
          <p:nvPr/>
        </p:nvPicPr>
        <p:blipFill>
          <a:blip r:embed="rId7"/>
          <a:stretch>
            <a:fillRect/>
          </a:stretch>
        </p:blipFill>
        <p:spPr>
          <a:xfrm>
            <a:off x="5715000" y="7735824"/>
            <a:ext cx="365760" cy="365760"/>
          </a:xfrm>
          <a:prstGeom prst="rect">
            <a:avLst/>
          </a:prstGeom>
        </p:spPr>
      </p:pic>
      <p:sp>
        <p:nvSpPr>
          <p:cNvPr id="21" name="Text 13"/>
          <p:cNvSpPr txBox="1"/>
          <p:nvPr/>
        </p:nvSpPr>
        <p:spPr>
          <a:xfrm>
            <a:off x="777240" y="7443216"/>
            <a:ext cx="4846320" cy="960120"/>
          </a:xfrm>
          <a:prstGeom prst="rect">
            <a:avLst/>
          </a:prstGeom>
          <a:noFill/>
          <a:ln/>
        </p:spPr>
        <p:txBody>
          <a:bodyPr wrap="square" lIns="0" tIns="0" rIns="0" bIns="0" rtlCol="0" anchor="ctr"/>
          <a:lstStyle/>
          <a:p>
            <a:pPr rtl="1" algn="r" indent="0" marL="0">
              <a:buNone/>
            </a:pPr>
            <a:r>
              <a:rPr lang="ar-SA" altLang="en-US" sz="2000" b="1" dirty="0">
                <a:solidFill>
                  <a:srgbClr val="1C1230"/>
                </a:solidFill>
                <a:latin typeface="Arial" pitchFamily="34" charset="0"/>
                <a:ea typeface="Arial" pitchFamily="34" charset="-122"/>
                <a:cs typeface="Arial" pitchFamily="34" charset="-120"/>
              </a:rPr>
              <a:t>أنا أشعر بالوحدة وأحتاج إلى قربك.</a:t>
            </a:r>
            <a:endParaRPr lang="ar-SA" sz="2000" dirty="0"/>
          </a:p>
        </p:txBody>
      </p:sp>
      <p:sp>
        <p:nvSpPr>
          <p:cNvPr id="22" name="Shape 14"/>
          <p:cNvSpPr/>
          <p:nvPr/>
        </p:nvSpPr>
        <p:spPr>
          <a:xfrm>
            <a:off x="502920" y="8769096"/>
            <a:ext cx="5852160" cy="685800"/>
          </a:xfrm>
          <a:prstGeom prst="roundRect">
            <a:avLst>
              <a:gd name="adj" fmla="val 24000"/>
            </a:avLst>
          </a:prstGeom>
          <a:solidFill>
            <a:srgbClr val="2B1F45"/>
          </a:solidFill>
          <a:ln w="12700">
            <a:solidFill>
              <a:srgbClr val="2B1F45"/>
            </a:solidFill>
            <a:prstDash val="solid"/>
          </a:ln>
        </p:spPr>
      </p:sp>
      <p:pic>
        <p:nvPicPr>
          <p:cNvPr id="23" name="Image 6" descr="preencoded.png">    </p:cNvPr>
          <p:cNvPicPr>
            <a:picLocks noChangeAspect="1"/>
          </p:cNvPicPr>
          <p:nvPr/>
        </p:nvPicPr>
        <p:blipFill>
          <a:blip r:embed="rId8"/>
          <a:stretch>
            <a:fillRect/>
          </a:stretch>
        </p:blipFill>
        <p:spPr>
          <a:xfrm>
            <a:off x="5751576" y="8951976"/>
            <a:ext cx="329184" cy="329184"/>
          </a:xfrm>
          <a:prstGeom prst="rect">
            <a:avLst/>
          </a:prstGeom>
        </p:spPr>
      </p:pic>
      <p:sp>
        <p:nvSpPr>
          <p:cNvPr id="24" name="Text 15"/>
          <p:cNvSpPr txBox="1"/>
          <p:nvPr/>
        </p:nvSpPr>
        <p:spPr>
          <a:xfrm>
            <a:off x="777240" y="8769096"/>
            <a:ext cx="4846320" cy="685800"/>
          </a:xfrm>
          <a:prstGeom prst="rect">
            <a:avLst/>
          </a:prstGeom>
          <a:noFill/>
          <a:ln/>
        </p:spPr>
        <p:txBody>
          <a:bodyPr wrap="square" lIns="0" tIns="0" rIns="0" bIns="0" rtlCol="0" anchor="ctr"/>
          <a:lstStyle/>
          <a:p>
            <a:pPr rtl="1" algn="r" indent="0" marL="0">
              <a:buNone/>
            </a:pPr>
            <a:r>
              <a:rPr lang="ar-SA" altLang="en-US" sz="1800" strike="sngStrike" dirty="0">
                <a:solidFill>
                  <a:srgbClr val="C4B3D2"/>
                </a:solidFill>
                <a:latin typeface="Arial" pitchFamily="34" charset="0"/>
                <a:ea typeface="Arial" pitchFamily="34" charset="-122"/>
                <a:cs typeface="Arial" pitchFamily="34" charset="-120"/>
              </a:rPr>
              <a:t>أنت لا تسمعني أبدًا.</a:t>
            </a:r>
            <a:endParaRPr lang="ar-SA" sz="1800" dirty="0"/>
          </a:p>
        </p:txBody>
      </p:sp>
      <p:pic>
        <p:nvPicPr>
          <p:cNvPr id="25" name="Image 7" descr="preencoded.png">    </p:cNvPr>
          <p:cNvPicPr>
            <a:picLocks noChangeAspect="1"/>
          </p:cNvPicPr>
          <p:nvPr/>
        </p:nvPicPr>
        <p:blipFill>
          <a:blip r:embed="rId9"/>
          <a:stretch>
            <a:fillRect/>
          </a:stretch>
        </p:blipFill>
        <p:spPr>
          <a:xfrm>
            <a:off x="3282696" y="9500616"/>
            <a:ext cx="292608" cy="292608"/>
          </a:xfrm>
          <a:prstGeom prst="rect">
            <a:avLst/>
          </a:prstGeom>
        </p:spPr>
      </p:pic>
      <p:sp>
        <p:nvSpPr>
          <p:cNvPr id="26" name="Shape 16"/>
          <p:cNvSpPr/>
          <p:nvPr/>
        </p:nvSpPr>
        <p:spPr>
          <a:xfrm>
            <a:off x="502920" y="9838944"/>
            <a:ext cx="5852160" cy="960120"/>
          </a:xfrm>
          <a:prstGeom prst="roundRect">
            <a:avLst>
              <a:gd name="adj" fmla="val 17143"/>
            </a:avLst>
          </a:prstGeom>
          <a:solidFill>
            <a:srgbClr val="F4A95F"/>
          </a:solidFill>
          <a:ln w="12700">
            <a:solidFill>
              <a:srgbClr val="F4A95F"/>
            </a:solidFill>
            <a:prstDash val="solid"/>
          </a:ln>
        </p:spPr>
      </p:sp>
      <p:pic>
        <p:nvPicPr>
          <p:cNvPr id="27" name="Image 8" descr="preencoded.png">    </p:cNvPr>
          <p:cNvPicPr>
            <a:picLocks noChangeAspect="1"/>
          </p:cNvPicPr>
          <p:nvPr/>
        </p:nvPicPr>
        <p:blipFill>
          <a:blip r:embed="rId10"/>
          <a:stretch>
            <a:fillRect/>
          </a:stretch>
        </p:blipFill>
        <p:spPr>
          <a:xfrm>
            <a:off x="5715000" y="10131552"/>
            <a:ext cx="365760" cy="365760"/>
          </a:xfrm>
          <a:prstGeom prst="rect">
            <a:avLst/>
          </a:prstGeom>
        </p:spPr>
      </p:pic>
      <p:sp>
        <p:nvSpPr>
          <p:cNvPr id="28" name="Text 17"/>
          <p:cNvSpPr txBox="1"/>
          <p:nvPr/>
        </p:nvSpPr>
        <p:spPr>
          <a:xfrm>
            <a:off x="777240" y="9838944"/>
            <a:ext cx="4846320" cy="960120"/>
          </a:xfrm>
          <a:prstGeom prst="rect">
            <a:avLst/>
          </a:prstGeom>
          <a:noFill/>
          <a:ln/>
        </p:spPr>
        <p:txBody>
          <a:bodyPr wrap="square" lIns="0" tIns="0" rIns="0" bIns="0" rtlCol="0" anchor="ctr"/>
          <a:lstStyle/>
          <a:p>
            <a:pPr rtl="1" algn="r" indent="0" marL="0">
              <a:buNone/>
            </a:pPr>
            <a:r>
              <a:rPr lang="ar-SA" altLang="en-US" sz="2000" b="1" dirty="0">
                <a:solidFill>
                  <a:srgbClr val="1C1230"/>
                </a:solidFill>
                <a:latin typeface="Arial" pitchFamily="34" charset="0"/>
                <a:ea typeface="Arial" pitchFamily="34" charset="-122"/>
                <a:cs typeface="Arial" pitchFamily="34" charset="-120"/>
              </a:rPr>
              <a:t>أحتاج أن تسمعني دون أن تعطيني حلًا.</a:t>
            </a:r>
            <a:endParaRPr lang="ar-SA" sz="2000" dirty="0"/>
          </a:p>
        </p:txBody>
      </p:sp>
      <p:sp>
        <p:nvSpPr>
          <p:cNvPr id="29" name="Text 18"/>
          <p:cNvSpPr txBox="1"/>
          <p:nvPr/>
        </p:nvSpPr>
        <p:spPr>
          <a:xfrm>
            <a:off x="502920" y="11210544"/>
            <a:ext cx="5852160" cy="548640"/>
          </a:xfrm>
          <a:prstGeom prst="rect">
            <a:avLst/>
          </a:prstGeom>
          <a:noFill/>
          <a:ln/>
        </p:spPr>
        <p:txBody>
          <a:bodyPr wrap="square" lIns="0" tIns="0" rIns="0" bIns="0" rtlCol="0" anchor="t"/>
          <a:lstStyle/>
          <a:p>
            <a:pPr rtl="1" algn="ctr" indent="0" marL="0">
              <a:buNone/>
            </a:pPr>
            <a:r>
              <a:rPr lang="ar-SA" altLang="en-US" sz="1900" b="1" i="1" dirty="0">
                <a:solidFill>
                  <a:srgbClr val="E77E96"/>
                </a:solidFill>
                <a:latin typeface="Arial" pitchFamily="34" charset="0"/>
                <a:ea typeface="Arial" pitchFamily="34" charset="-122"/>
                <a:cs typeface="Arial" pitchFamily="34" charset="-120"/>
              </a:rPr>
              <a:t>اللغة تتغير... فتتغير مساحة الحوار.</a:t>
            </a:r>
            <a:endParaRPr lang="ar-SA" sz="1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02920" y="566928"/>
            <a:ext cx="329184" cy="329184"/>
          </a:xfrm>
          <a:prstGeom prst="ellipse">
            <a:avLst/>
          </a:prstGeom>
          <a:ln w="19050">
            <a:solidFill>
              <a:srgbClr val="E77E96"/>
            </a:solidFill>
            <a:prstDash val="solid"/>
          </a:ln>
        </p:spPr>
      </p:sp>
      <p:sp>
        <p:nvSpPr>
          <p:cNvPr id="3" name="Shape 1"/>
          <p:cNvSpPr/>
          <p:nvPr/>
        </p:nvSpPr>
        <p:spPr>
          <a:xfrm>
            <a:off x="733349" y="566928"/>
            <a:ext cx="329184" cy="329184"/>
          </a:xfrm>
          <a:prstGeom prst="ellipse">
            <a:avLst/>
          </a:prstGeom>
          <a:ln w="19050">
            <a:solidFill>
              <a:srgbClr val="F4A95F"/>
            </a:solidFill>
            <a:prstDash val="solid"/>
          </a:ln>
        </p:spPr>
      </p:sp>
      <p:sp>
        <p:nvSpPr>
          <p:cNvPr id="4" name="Text 2"/>
          <p:cNvSpPr txBox="1"/>
          <p:nvPr/>
        </p:nvSpPr>
        <p:spPr>
          <a:xfrm>
            <a:off x="1161288" y="566928"/>
            <a:ext cx="1280160" cy="329184"/>
          </a:xfrm>
          <a:prstGeom prst="rect">
            <a:avLst/>
          </a:prstGeom>
          <a:noFill/>
          <a:ln/>
        </p:spPr>
        <p:txBody>
          <a:bodyPr wrap="square" lIns="0" tIns="0" rIns="0" bIns="0" rtlCol="0" anchor="ctr"/>
          <a:lstStyle/>
          <a:p>
            <a:pPr algn="l" indent="0" marL="0">
              <a:buNone/>
            </a:pPr>
            <a:r>
              <a:rPr lang="en-US" altLang="en-US" sz="1100" dirty="0">
                <a:solidFill>
                  <a:srgbClr val="C4B3D2"/>
                </a:solidFill>
                <a:latin typeface="Arial" pitchFamily="34" charset="0"/>
                <a:ea typeface="Arial" pitchFamily="34" charset="-122"/>
                <a:cs typeface="Arial" pitchFamily="34" charset="-120"/>
              </a:rPr>
              <a:t>17 / 21</a:t>
            </a:r>
            <a:endParaRPr lang="en-US" sz="1100" dirty="0"/>
          </a:p>
        </p:txBody>
      </p:sp>
      <p:sp>
        <p:nvSpPr>
          <p:cNvPr id="5" name="Text 3"/>
          <p:cNvSpPr txBox="1"/>
          <p:nvPr/>
        </p:nvSpPr>
        <p:spPr>
          <a:xfrm>
            <a:off x="2514600" y="566928"/>
            <a:ext cx="3840480" cy="329184"/>
          </a:xfrm>
          <a:prstGeom prst="rect">
            <a:avLst/>
          </a:prstGeom>
          <a:noFill/>
          <a:ln/>
        </p:spPr>
        <p:txBody>
          <a:bodyPr wrap="square" lIns="0" tIns="0" rIns="0" bIns="0" rtlCol="0" anchor="ctr"/>
          <a:lstStyle/>
          <a:p>
            <a:pPr rtl="1" algn="r" indent="0" marL="0">
              <a:buNone/>
            </a:pPr>
            <a:r>
              <a:rPr lang="ar-SA" altLang="en-US" sz="1400" b="1" dirty="0">
                <a:solidFill>
                  <a:srgbClr val="F4A95F"/>
                </a:solidFill>
                <a:latin typeface="Arial" pitchFamily="34" charset="0"/>
                <a:ea typeface="Arial" pitchFamily="34" charset="-122"/>
                <a:cs typeface="Arial" pitchFamily="34" charset="-120"/>
              </a:rPr>
              <a:t>تمرين عملي</a:t>
            </a:r>
            <a:endParaRPr lang="ar-SA" sz="1400" dirty="0"/>
          </a:p>
        </p:txBody>
      </p:sp>
      <p:sp>
        <p:nvSpPr>
          <p:cNvPr id="6" name="Text 4"/>
          <p:cNvSpPr txBox="1"/>
          <p:nvPr/>
        </p:nvSpPr>
        <p:spPr>
          <a:xfrm>
            <a:off x="502920" y="1143000"/>
            <a:ext cx="5852160" cy="1234440"/>
          </a:xfrm>
          <a:prstGeom prst="rect">
            <a:avLst/>
          </a:prstGeom>
          <a:noFill/>
          <a:ln/>
        </p:spPr>
        <p:txBody>
          <a:bodyPr wrap="square" lIns="0" tIns="0" rIns="0" bIns="0" rtlCol="0" anchor="t"/>
          <a:lstStyle/>
          <a:p>
            <a:pPr rtl="1" algn="r" indent="0" marL="0">
              <a:lnSpc>
                <a:spcPct val="105000"/>
              </a:lnSpc>
              <a:buNone/>
            </a:pPr>
            <a:r>
              <a:rPr lang="ar-SA" altLang="en-US" sz="3200" b="1" dirty="0">
                <a:solidFill>
                  <a:srgbClr val="FBF3F6"/>
                </a:solidFill>
                <a:latin typeface="Arial" pitchFamily="34" charset="0"/>
                <a:ea typeface="Arial" pitchFamily="34" charset="-122"/>
                <a:cs typeface="Arial" pitchFamily="34" charset="-120"/>
              </a:rPr>
              <a:t>ابدآ اليوم</a:t>
            </a:r>
            <a:endParaRPr lang="ar-SA" sz="3200" dirty="0"/>
          </a:p>
        </p:txBody>
      </p:sp>
      <p:sp>
        <p:nvSpPr>
          <p:cNvPr id="7" name="Text 5"/>
          <p:cNvSpPr txBox="1"/>
          <p:nvPr/>
        </p:nvSpPr>
        <p:spPr>
          <a:xfrm>
            <a:off x="4160520" y="2286000"/>
            <a:ext cx="2194560" cy="1554480"/>
          </a:xfrm>
          <a:prstGeom prst="rect">
            <a:avLst/>
          </a:prstGeom>
          <a:noFill/>
          <a:ln/>
        </p:spPr>
        <p:txBody>
          <a:bodyPr wrap="square" lIns="0" tIns="0" rIns="0" bIns="0" rtlCol="0" anchor="ctr"/>
          <a:lstStyle/>
          <a:p>
            <a:pPr algn="r" indent="0" marL="0">
              <a:buNone/>
            </a:pPr>
            <a:r>
              <a:rPr lang="ar-SA" altLang="en-US" sz="9600" b="1" dirty="0">
                <a:solidFill>
                  <a:srgbClr val="F4A95F"/>
                </a:solidFill>
                <a:latin typeface="Arial" pitchFamily="34" charset="0"/>
                <a:ea typeface="Arial" pitchFamily="34" charset="-122"/>
                <a:cs typeface="Arial" pitchFamily="34" charset="-120"/>
              </a:rPr>
              <a:t>20</a:t>
            </a:r>
            <a:endParaRPr lang="ar-SA" sz="9600" dirty="0"/>
          </a:p>
        </p:txBody>
      </p:sp>
      <p:sp>
        <p:nvSpPr>
          <p:cNvPr id="8" name="Text 6"/>
          <p:cNvSpPr txBox="1"/>
          <p:nvPr/>
        </p:nvSpPr>
        <p:spPr>
          <a:xfrm>
            <a:off x="502920" y="2468880"/>
            <a:ext cx="3474720" cy="640080"/>
          </a:xfrm>
          <a:prstGeom prst="rect">
            <a:avLst/>
          </a:prstGeom>
          <a:noFill/>
          <a:ln/>
        </p:spPr>
        <p:txBody>
          <a:bodyPr wrap="square" lIns="0" tIns="0" rIns="0" bIns="0" rtlCol="0" anchor="ctr"/>
          <a:lstStyle/>
          <a:p>
            <a:pPr rtl="1" algn="r" indent="0" marL="0">
              <a:buNone/>
            </a:pPr>
            <a:r>
              <a:rPr lang="ar-SA" altLang="en-US" sz="2600" b="1" dirty="0">
                <a:solidFill>
                  <a:srgbClr val="FBF3F6"/>
                </a:solidFill>
                <a:latin typeface="Arial" pitchFamily="34" charset="0"/>
                <a:ea typeface="Arial" pitchFamily="34" charset="-122"/>
                <a:cs typeface="Arial" pitchFamily="34" charset="-120"/>
              </a:rPr>
              <a:t>دقيقة فقط</a:t>
            </a:r>
            <a:endParaRPr lang="ar-SA" sz="2600" dirty="0"/>
          </a:p>
        </p:txBody>
      </p:sp>
      <p:sp>
        <p:nvSpPr>
          <p:cNvPr id="9" name="Text 7"/>
          <p:cNvSpPr txBox="1"/>
          <p:nvPr/>
        </p:nvSpPr>
        <p:spPr>
          <a:xfrm>
            <a:off x="502920" y="3108960"/>
            <a:ext cx="3474720" cy="822960"/>
          </a:xfrm>
          <a:prstGeom prst="rect">
            <a:avLst/>
          </a:prstGeom>
          <a:noFill/>
          <a:ln/>
        </p:spPr>
        <p:txBody>
          <a:bodyPr wrap="square" lIns="0" tIns="0" rIns="0" bIns="0" rtlCol="0" anchor="t"/>
          <a:lstStyle/>
          <a:p>
            <a:pPr rtl="1" algn="r" indent="0" marL="0">
              <a:buNone/>
            </a:pPr>
            <a:r>
              <a:rPr lang="ar-SA" altLang="en-US" sz="1600" dirty="0">
                <a:solidFill>
                  <a:srgbClr val="C4B3D2"/>
                </a:solidFill>
                <a:latin typeface="Arial" pitchFamily="34" charset="0"/>
                <a:ea typeface="Arial" pitchFamily="34" charset="-122"/>
                <a:cs typeface="Arial" pitchFamily="34" charset="-120"/>
              </a:rPr>
              <a:t>بعيدًا عن الهاتف والتلفاز، كل واحد يجيب عن:</a:t>
            </a:r>
            <a:endParaRPr lang="ar-SA" sz="1600" dirty="0"/>
          </a:p>
        </p:txBody>
      </p:sp>
      <p:sp>
        <p:nvSpPr>
          <p:cNvPr id="10" name="Shape 8"/>
          <p:cNvSpPr/>
          <p:nvPr/>
        </p:nvSpPr>
        <p:spPr>
          <a:xfrm>
            <a:off x="502920" y="4160520"/>
            <a:ext cx="5852160" cy="1097280"/>
          </a:xfrm>
          <a:prstGeom prst="roundRect">
            <a:avLst>
              <a:gd name="adj" fmla="val 15000"/>
            </a:avLst>
          </a:prstGeom>
          <a:solidFill>
            <a:srgbClr val="2B1F45"/>
          </a:solidFill>
          <a:ln w="12700">
            <a:solidFill>
              <a:srgbClr val="2B1F45"/>
            </a:solidFill>
            <a:prstDash val="solid"/>
          </a:ln>
        </p:spPr>
      </p:sp>
      <p:sp>
        <p:nvSpPr>
          <p:cNvPr id="11" name="Shape 9"/>
          <p:cNvSpPr/>
          <p:nvPr/>
        </p:nvSpPr>
        <p:spPr>
          <a:xfrm>
            <a:off x="5468112" y="4379976"/>
            <a:ext cx="658368" cy="658368"/>
          </a:xfrm>
          <a:prstGeom prst="ellipse">
            <a:avLst/>
          </a:prstGeom>
          <a:solidFill>
            <a:srgbClr val="F4A95F"/>
          </a:solidFill>
          <a:ln w="12700">
            <a:solidFill>
              <a:srgbClr val="F4A95F"/>
            </a:solidFill>
            <a:prstDash val="solid"/>
          </a:ln>
        </p:spPr>
      </p:sp>
      <p:sp>
        <p:nvSpPr>
          <p:cNvPr id="12" name="Text 10"/>
          <p:cNvSpPr txBox="1"/>
          <p:nvPr/>
        </p:nvSpPr>
        <p:spPr>
          <a:xfrm>
            <a:off x="5468112" y="4379976"/>
            <a:ext cx="658368" cy="658368"/>
          </a:xfrm>
          <a:prstGeom prst="rect">
            <a:avLst/>
          </a:prstGeom>
          <a:noFill/>
          <a:ln/>
        </p:spPr>
        <p:txBody>
          <a:bodyPr wrap="square" lIns="0" tIns="0" rIns="0" bIns="0" rtlCol="0" anchor="ctr"/>
          <a:lstStyle/>
          <a:p>
            <a:pPr algn="ctr" indent="0" marL="0">
              <a:buNone/>
            </a:pPr>
            <a:r>
              <a:rPr lang="ar-SA" altLang="en-US" sz="2400" b="1" dirty="0">
                <a:solidFill>
                  <a:srgbClr val="1C1230"/>
                </a:solidFill>
                <a:latin typeface="Arial" pitchFamily="34" charset="0"/>
                <a:ea typeface="Arial" pitchFamily="34" charset="-122"/>
                <a:cs typeface="Arial" pitchFamily="34" charset="-120"/>
              </a:rPr>
              <a:t>1</a:t>
            </a:r>
            <a:endParaRPr lang="ar-SA" sz="2400" dirty="0"/>
          </a:p>
        </p:txBody>
      </p:sp>
      <p:sp>
        <p:nvSpPr>
          <p:cNvPr id="13" name="Text 11"/>
          <p:cNvSpPr txBox="1"/>
          <p:nvPr/>
        </p:nvSpPr>
        <p:spPr>
          <a:xfrm>
            <a:off x="777240" y="4160520"/>
            <a:ext cx="4462272" cy="1097280"/>
          </a:xfrm>
          <a:prstGeom prst="rect">
            <a:avLst/>
          </a:prstGeom>
          <a:noFill/>
          <a:ln/>
        </p:spPr>
        <p:txBody>
          <a:bodyPr wrap="square" lIns="0" tIns="0" rIns="0" bIns="0" rtlCol="0" anchor="ctr"/>
          <a:lstStyle/>
          <a:p>
            <a:pPr rtl="1" algn="r" indent="0" marL="0">
              <a:buNone/>
            </a:pPr>
            <a:r>
              <a:rPr lang="ar-SA" altLang="en-US" sz="1900" b="1" dirty="0">
                <a:solidFill>
                  <a:srgbClr val="FBF3F6"/>
                </a:solidFill>
                <a:latin typeface="Arial" pitchFamily="34" charset="0"/>
                <a:ea typeface="Arial" pitchFamily="34" charset="-122"/>
                <a:cs typeface="Arial" pitchFamily="34" charset="-120"/>
              </a:rPr>
              <a:t>ما الشيء الذي أقدّره فيك؟</a:t>
            </a:r>
            <a:endParaRPr lang="ar-SA" sz="1900" dirty="0"/>
          </a:p>
        </p:txBody>
      </p:sp>
      <p:sp>
        <p:nvSpPr>
          <p:cNvPr id="14" name="Shape 12"/>
          <p:cNvSpPr/>
          <p:nvPr/>
        </p:nvSpPr>
        <p:spPr>
          <a:xfrm>
            <a:off x="502920" y="5458968"/>
            <a:ext cx="5852160" cy="1097280"/>
          </a:xfrm>
          <a:prstGeom prst="roundRect">
            <a:avLst>
              <a:gd name="adj" fmla="val 15000"/>
            </a:avLst>
          </a:prstGeom>
          <a:solidFill>
            <a:srgbClr val="2B1F45"/>
          </a:solidFill>
          <a:ln w="12700">
            <a:solidFill>
              <a:srgbClr val="2B1F45"/>
            </a:solidFill>
            <a:prstDash val="solid"/>
          </a:ln>
        </p:spPr>
      </p:sp>
      <p:sp>
        <p:nvSpPr>
          <p:cNvPr id="15" name="Shape 13"/>
          <p:cNvSpPr/>
          <p:nvPr/>
        </p:nvSpPr>
        <p:spPr>
          <a:xfrm>
            <a:off x="5468112" y="5678424"/>
            <a:ext cx="658368" cy="658368"/>
          </a:xfrm>
          <a:prstGeom prst="ellipse">
            <a:avLst/>
          </a:prstGeom>
          <a:solidFill>
            <a:srgbClr val="E77E96"/>
          </a:solidFill>
          <a:ln w="12700">
            <a:solidFill>
              <a:srgbClr val="F4A95F"/>
            </a:solidFill>
            <a:prstDash val="solid"/>
          </a:ln>
        </p:spPr>
      </p:sp>
      <p:sp>
        <p:nvSpPr>
          <p:cNvPr id="16" name="Text 14"/>
          <p:cNvSpPr txBox="1"/>
          <p:nvPr/>
        </p:nvSpPr>
        <p:spPr>
          <a:xfrm>
            <a:off x="5468112" y="5678424"/>
            <a:ext cx="658368" cy="658368"/>
          </a:xfrm>
          <a:prstGeom prst="rect">
            <a:avLst/>
          </a:prstGeom>
          <a:noFill/>
          <a:ln/>
        </p:spPr>
        <p:txBody>
          <a:bodyPr wrap="square" lIns="0" tIns="0" rIns="0" bIns="0" rtlCol="0" anchor="ctr"/>
          <a:lstStyle/>
          <a:p>
            <a:pPr algn="ctr" indent="0" marL="0">
              <a:buNone/>
            </a:pPr>
            <a:r>
              <a:rPr lang="ar-SA" altLang="en-US" sz="2400" b="1" dirty="0">
                <a:solidFill>
                  <a:srgbClr val="1C1230"/>
                </a:solidFill>
                <a:latin typeface="Arial" pitchFamily="34" charset="0"/>
                <a:ea typeface="Arial" pitchFamily="34" charset="-122"/>
                <a:cs typeface="Arial" pitchFamily="34" charset="-120"/>
              </a:rPr>
              <a:t>2</a:t>
            </a:r>
            <a:endParaRPr lang="ar-SA" sz="2400" dirty="0"/>
          </a:p>
        </p:txBody>
      </p:sp>
      <p:sp>
        <p:nvSpPr>
          <p:cNvPr id="17" name="Text 15"/>
          <p:cNvSpPr txBox="1"/>
          <p:nvPr/>
        </p:nvSpPr>
        <p:spPr>
          <a:xfrm>
            <a:off x="777240" y="5458968"/>
            <a:ext cx="4462272" cy="1097280"/>
          </a:xfrm>
          <a:prstGeom prst="rect">
            <a:avLst/>
          </a:prstGeom>
          <a:noFill/>
          <a:ln/>
        </p:spPr>
        <p:txBody>
          <a:bodyPr wrap="square" lIns="0" tIns="0" rIns="0" bIns="0" rtlCol="0" anchor="ctr"/>
          <a:lstStyle/>
          <a:p>
            <a:pPr rtl="1" algn="r" indent="0" marL="0">
              <a:buNone/>
            </a:pPr>
            <a:r>
              <a:rPr lang="ar-SA" altLang="en-US" sz="1900" b="1" dirty="0">
                <a:solidFill>
                  <a:srgbClr val="FBF3F6"/>
                </a:solidFill>
                <a:latin typeface="Arial" pitchFamily="34" charset="0"/>
                <a:ea typeface="Arial" pitchFamily="34" charset="-122"/>
                <a:cs typeface="Arial" pitchFamily="34" charset="-120"/>
              </a:rPr>
              <a:t>ما الشيء الذي أفتقده في علاقتنا؟</a:t>
            </a:r>
            <a:endParaRPr lang="ar-SA" sz="1900" dirty="0"/>
          </a:p>
        </p:txBody>
      </p:sp>
      <p:sp>
        <p:nvSpPr>
          <p:cNvPr id="18" name="Shape 16"/>
          <p:cNvSpPr/>
          <p:nvPr/>
        </p:nvSpPr>
        <p:spPr>
          <a:xfrm>
            <a:off x="502920" y="6757416"/>
            <a:ext cx="5852160" cy="1097280"/>
          </a:xfrm>
          <a:prstGeom prst="roundRect">
            <a:avLst>
              <a:gd name="adj" fmla="val 15000"/>
            </a:avLst>
          </a:prstGeom>
          <a:solidFill>
            <a:srgbClr val="2B1F45"/>
          </a:solidFill>
          <a:ln w="12700">
            <a:solidFill>
              <a:srgbClr val="2B1F45"/>
            </a:solidFill>
            <a:prstDash val="solid"/>
          </a:ln>
        </p:spPr>
      </p:sp>
      <p:sp>
        <p:nvSpPr>
          <p:cNvPr id="19" name="Shape 17"/>
          <p:cNvSpPr/>
          <p:nvPr/>
        </p:nvSpPr>
        <p:spPr>
          <a:xfrm>
            <a:off x="5468112" y="6976872"/>
            <a:ext cx="658368" cy="658368"/>
          </a:xfrm>
          <a:prstGeom prst="ellipse">
            <a:avLst/>
          </a:prstGeom>
          <a:solidFill>
            <a:srgbClr val="F4A95F"/>
          </a:solidFill>
          <a:ln w="12700">
            <a:solidFill>
              <a:srgbClr val="F4A95F"/>
            </a:solidFill>
            <a:prstDash val="solid"/>
          </a:ln>
        </p:spPr>
      </p:sp>
      <p:sp>
        <p:nvSpPr>
          <p:cNvPr id="20" name="Text 18"/>
          <p:cNvSpPr txBox="1"/>
          <p:nvPr/>
        </p:nvSpPr>
        <p:spPr>
          <a:xfrm>
            <a:off x="5468112" y="6976872"/>
            <a:ext cx="658368" cy="658368"/>
          </a:xfrm>
          <a:prstGeom prst="rect">
            <a:avLst/>
          </a:prstGeom>
          <a:noFill/>
          <a:ln/>
        </p:spPr>
        <p:txBody>
          <a:bodyPr wrap="square" lIns="0" tIns="0" rIns="0" bIns="0" rtlCol="0" anchor="ctr"/>
          <a:lstStyle/>
          <a:p>
            <a:pPr algn="ctr" indent="0" marL="0">
              <a:buNone/>
            </a:pPr>
            <a:r>
              <a:rPr lang="ar-SA" altLang="en-US" sz="2400" b="1" dirty="0">
                <a:solidFill>
                  <a:srgbClr val="1C1230"/>
                </a:solidFill>
                <a:latin typeface="Arial" pitchFamily="34" charset="0"/>
                <a:ea typeface="Arial" pitchFamily="34" charset="-122"/>
                <a:cs typeface="Arial" pitchFamily="34" charset="-120"/>
              </a:rPr>
              <a:t>3</a:t>
            </a:r>
            <a:endParaRPr lang="ar-SA" sz="2400" dirty="0"/>
          </a:p>
        </p:txBody>
      </p:sp>
      <p:sp>
        <p:nvSpPr>
          <p:cNvPr id="21" name="Text 19"/>
          <p:cNvSpPr txBox="1"/>
          <p:nvPr/>
        </p:nvSpPr>
        <p:spPr>
          <a:xfrm>
            <a:off x="777240" y="6757416"/>
            <a:ext cx="4462272" cy="1097280"/>
          </a:xfrm>
          <a:prstGeom prst="rect">
            <a:avLst/>
          </a:prstGeom>
          <a:noFill/>
          <a:ln/>
        </p:spPr>
        <p:txBody>
          <a:bodyPr wrap="square" lIns="0" tIns="0" rIns="0" bIns="0" rtlCol="0" anchor="ctr"/>
          <a:lstStyle/>
          <a:p>
            <a:pPr rtl="1" algn="r" indent="0" marL="0">
              <a:buNone/>
            </a:pPr>
            <a:r>
              <a:rPr lang="ar-SA" altLang="en-US" sz="1900" b="1" dirty="0">
                <a:solidFill>
                  <a:srgbClr val="FBF3F6"/>
                </a:solidFill>
                <a:latin typeface="Arial" pitchFamily="34" charset="0"/>
                <a:ea typeface="Arial" pitchFamily="34" charset="-122"/>
                <a:cs typeface="Arial" pitchFamily="34" charset="-120"/>
              </a:rPr>
              <a:t>ما الشيء الذي أتمنى أن نعيد بناءه معًا؟</a:t>
            </a:r>
            <a:endParaRPr lang="ar-SA" sz="1900" dirty="0"/>
          </a:p>
        </p:txBody>
      </p:sp>
      <p:sp>
        <p:nvSpPr>
          <p:cNvPr id="22" name="Text 20"/>
          <p:cNvSpPr txBox="1"/>
          <p:nvPr/>
        </p:nvSpPr>
        <p:spPr>
          <a:xfrm>
            <a:off x="502920" y="8284464"/>
            <a:ext cx="5852160" cy="457200"/>
          </a:xfrm>
          <a:prstGeom prst="rect">
            <a:avLst/>
          </a:prstGeom>
          <a:noFill/>
          <a:ln/>
        </p:spPr>
        <p:txBody>
          <a:bodyPr wrap="square" lIns="0" tIns="0" rIns="0" bIns="0" rtlCol="0" anchor="t"/>
          <a:lstStyle/>
          <a:p>
            <a:pPr rtl="1" algn="r" indent="0" marL="0">
              <a:buNone/>
            </a:pPr>
            <a:r>
              <a:rPr lang="ar-SA" altLang="en-US" sz="1800" b="1" dirty="0">
                <a:solidFill>
                  <a:srgbClr val="E77E96"/>
                </a:solidFill>
                <a:latin typeface="Arial" pitchFamily="34" charset="0"/>
                <a:ea typeface="Arial" pitchFamily="34" charset="-122"/>
                <a:cs typeface="Arial" pitchFamily="34" charset="-120"/>
              </a:rPr>
              <a:t>والأهم:</a:t>
            </a:r>
            <a:endParaRPr lang="ar-SA" sz="1800" dirty="0"/>
          </a:p>
        </p:txBody>
      </p:sp>
      <p:sp>
        <p:nvSpPr>
          <p:cNvPr id="23" name="Shape 21"/>
          <p:cNvSpPr/>
          <p:nvPr/>
        </p:nvSpPr>
        <p:spPr>
          <a:xfrm>
            <a:off x="3543300" y="8878824"/>
            <a:ext cx="2811780" cy="868680"/>
          </a:xfrm>
          <a:prstGeom prst="roundRect">
            <a:avLst>
              <a:gd name="adj" fmla="val 31579"/>
            </a:avLst>
          </a:prstGeom>
          <a:solidFill>
            <a:srgbClr val="362757"/>
          </a:solidFill>
          <a:ln w="12700">
            <a:solidFill>
              <a:srgbClr val="362757"/>
            </a:solidFill>
            <a:prstDash val="solid"/>
          </a:ln>
        </p:spPr>
      </p:sp>
      <p:pic>
        <p:nvPicPr>
          <p:cNvPr id="24" name="Image 0" descr="preencoded.png">    </p:cNvPr>
          <p:cNvPicPr>
            <a:picLocks noChangeAspect="1"/>
          </p:cNvPicPr>
          <p:nvPr/>
        </p:nvPicPr>
        <p:blipFill>
          <a:blip r:embed="rId2"/>
          <a:stretch>
            <a:fillRect/>
          </a:stretch>
        </p:blipFill>
        <p:spPr>
          <a:xfrm>
            <a:off x="5742432" y="9121140"/>
            <a:ext cx="384048" cy="384048"/>
          </a:xfrm>
          <a:prstGeom prst="rect">
            <a:avLst/>
          </a:prstGeom>
        </p:spPr>
      </p:pic>
      <p:sp>
        <p:nvSpPr>
          <p:cNvPr id="25" name="Text 22"/>
          <p:cNvSpPr txBox="1"/>
          <p:nvPr/>
        </p:nvSpPr>
        <p:spPr>
          <a:xfrm>
            <a:off x="3680460" y="8878824"/>
            <a:ext cx="1943100" cy="868680"/>
          </a:xfrm>
          <a:prstGeom prst="rect">
            <a:avLst/>
          </a:prstGeom>
          <a:noFill/>
          <a:ln/>
        </p:spPr>
        <p:txBody>
          <a:bodyPr wrap="square" lIns="0" tIns="0" rIns="0" bIns="0" rtlCol="0" anchor="ctr"/>
          <a:lstStyle/>
          <a:p>
            <a:pPr rtl="1" algn="r" indent="0" marL="0">
              <a:buNone/>
            </a:pPr>
            <a:r>
              <a:rPr lang="ar-SA" altLang="en-US" sz="1900" b="1" dirty="0">
                <a:solidFill>
                  <a:srgbClr val="FBF3F6"/>
                </a:solidFill>
                <a:latin typeface="Arial" pitchFamily="34" charset="0"/>
                <a:ea typeface="Arial" pitchFamily="34" charset="-122"/>
                <a:cs typeface="Arial" pitchFamily="34" charset="-120"/>
              </a:rPr>
              <a:t>لا مقاطعة</a:t>
            </a:r>
            <a:endParaRPr lang="ar-SA" sz="1900" dirty="0"/>
          </a:p>
        </p:txBody>
      </p:sp>
      <p:sp>
        <p:nvSpPr>
          <p:cNvPr id="26" name="Shape 23"/>
          <p:cNvSpPr/>
          <p:nvPr/>
        </p:nvSpPr>
        <p:spPr>
          <a:xfrm>
            <a:off x="502920" y="8878824"/>
            <a:ext cx="2811780" cy="868680"/>
          </a:xfrm>
          <a:prstGeom prst="roundRect">
            <a:avLst>
              <a:gd name="adj" fmla="val 31579"/>
            </a:avLst>
          </a:prstGeom>
          <a:solidFill>
            <a:srgbClr val="362757"/>
          </a:solidFill>
          <a:ln w="12700">
            <a:solidFill>
              <a:srgbClr val="362757"/>
            </a:solidFill>
            <a:prstDash val="solid"/>
          </a:ln>
        </p:spPr>
      </p:sp>
      <p:pic>
        <p:nvPicPr>
          <p:cNvPr id="27" name="Image 1" descr="preencoded.png">    </p:cNvPr>
          <p:cNvPicPr>
            <a:picLocks noChangeAspect="1"/>
          </p:cNvPicPr>
          <p:nvPr/>
        </p:nvPicPr>
        <p:blipFill>
          <a:blip r:embed="rId3"/>
          <a:stretch>
            <a:fillRect/>
          </a:stretch>
        </p:blipFill>
        <p:spPr>
          <a:xfrm>
            <a:off x="2702052" y="9121140"/>
            <a:ext cx="384048" cy="384048"/>
          </a:xfrm>
          <a:prstGeom prst="rect">
            <a:avLst/>
          </a:prstGeom>
        </p:spPr>
      </p:pic>
      <p:sp>
        <p:nvSpPr>
          <p:cNvPr id="28" name="Text 24"/>
          <p:cNvSpPr txBox="1"/>
          <p:nvPr/>
        </p:nvSpPr>
        <p:spPr>
          <a:xfrm>
            <a:off x="640080" y="8878824"/>
            <a:ext cx="1943100" cy="868680"/>
          </a:xfrm>
          <a:prstGeom prst="rect">
            <a:avLst/>
          </a:prstGeom>
          <a:noFill/>
          <a:ln/>
        </p:spPr>
        <p:txBody>
          <a:bodyPr wrap="square" lIns="0" tIns="0" rIns="0" bIns="0" rtlCol="0" anchor="ctr"/>
          <a:lstStyle/>
          <a:p>
            <a:pPr rtl="1" algn="r" indent="0" marL="0">
              <a:buNone/>
            </a:pPr>
            <a:r>
              <a:rPr lang="ar-SA" altLang="en-US" sz="1900" b="1" dirty="0">
                <a:solidFill>
                  <a:srgbClr val="FBF3F6"/>
                </a:solidFill>
                <a:latin typeface="Arial" pitchFamily="34" charset="0"/>
                <a:ea typeface="Arial" pitchFamily="34" charset="-122"/>
                <a:cs typeface="Arial" pitchFamily="34" charset="-120"/>
              </a:rPr>
              <a:t>لا دفاع</a:t>
            </a:r>
            <a:endParaRPr lang="ar-SA" sz="1900" dirty="0"/>
          </a:p>
        </p:txBody>
      </p:sp>
      <p:sp>
        <p:nvSpPr>
          <p:cNvPr id="29" name="Shape 25"/>
          <p:cNvSpPr/>
          <p:nvPr/>
        </p:nvSpPr>
        <p:spPr>
          <a:xfrm>
            <a:off x="3543300" y="9930384"/>
            <a:ext cx="2811780" cy="868680"/>
          </a:xfrm>
          <a:prstGeom prst="roundRect">
            <a:avLst>
              <a:gd name="adj" fmla="val 31579"/>
            </a:avLst>
          </a:prstGeom>
          <a:solidFill>
            <a:srgbClr val="362757"/>
          </a:solidFill>
          <a:ln w="12700">
            <a:solidFill>
              <a:srgbClr val="362757"/>
            </a:solidFill>
            <a:prstDash val="solid"/>
          </a:ln>
        </p:spPr>
      </p:sp>
      <p:pic>
        <p:nvPicPr>
          <p:cNvPr id="30" name="Image 2" descr="preencoded.png">    </p:cNvPr>
          <p:cNvPicPr>
            <a:picLocks noChangeAspect="1"/>
          </p:cNvPicPr>
          <p:nvPr/>
        </p:nvPicPr>
        <p:blipFill>
          <a:blip r:embed="rId4"/>
          <a:stretch>
            <a:fillRect/>
          </a:stretch>
        </p:blipFill>
        <p:spPr>
          <a:xfrm>
            <a:off x="5742432" y="10172700"/>
            <a:ext cx="384048" cy="384048"/>
          </a:xfrm>
          <a:prstGeom prst="rect">
            <a:avLst/>
          </a:prstGeom>
        </p:spPr>
      </p:pic>
      <p:sp>
        <p:nvSpPr>
          <p:cNvPr id="31" name="Text 26"/>
          <p:cNvSpPr txBox="1"/>
          <p:nvPr/>
        </p:nvSpPr>
        <p:spPr>
          <a:xfrm>
            <a:off x="3680460" y="9930384"/>
            <a:ext cx="1943100" cy="868680"/>
          </a:xfrm>
          <a:prstGeom prst="rect">
            <a:avLst/>
          </a:prstGeom>
          <a:noFill/>
          <a:ln/>
        </p:spPr>
        <p:txBody>
          <a:bodyPr wrap="square" lIns="0" tIns="0" rIns="0" bIns="0" rtlCol="0" anchor="ctr"/>
          <a:lstStyle/>
          <a:p>
            <a:pPr rtl="1" algn="r" indent="0" marL="0">
              <a:buNone/>
            </a:pPr>
            <a:r>
              <a:rPr lang="ar-SA" altLang="en-US" sz="1900" b="1" dirty="0">
                <a:solidFill>
                  <a:srgbClr val="FBF3F6"/>
                </a:solidFill>
                <a:latin typeface="Arial" pitchFamily="34" charset="0"/>
                <a:ea typeface="Arial" pitchFamily="34" charset="-122"/>
                <a:cs typeface="Arial" pitchFamily="34" charset="-120"/>
              </a:rPr>
              <a:t>لا تبرير</a:t>
            </a:r>
            <a:endParaRPr lang="ar-SA" sz="1900" dirty="0"/>
          </a:p>
        </p:txBody>
      </p:sp>
      <p:sp>
        <p:nvSpPr>
          <p:cNvPr id="32" name="Shape 27"/>
          <p:cNvSpPr/>
          <p:nvPr/>
        </p:nvSpPr>
        <p:spPr>
          <a:xfrm>
            <a:off x="502920" y="9930384"/>
            <a:ext cx="2811780" cy="868680"/>
          </a:xfrm>
          <a:prstGeom prst="roundRect">
            <a:avLst>
              <a:gd name="adj" fmla="val 31579"/>
            </a:avLst>
          </a:prstGeom>
          <a:solidFill>
            <a:srgbClr val="F4A95F"/>
          </a:solidFill>
          <a:ln w="12700">
            <a:solidFill>
              <a:srgbClr val="F4A95F"/>
            </a:solidFill>
            <a:prstDash val="solid"/>
          </a:ln>
        </p:spPr>
      </p:sp>
      <p:pic>
        <p:nvPicPr>
          <p:cNvPr id="33" name="Image 3" descr="preencoded.png">    </p:cNvPr>
          <p:cNvPicPr>
            <a:picLocks noChangeAspect="1"/>
          </p:cNvPicPr>
          <p:nvPr/>
        </p:nvPicPr>
        <p:blipFill>
          <a:blip r:embed="rId5"/>
          <a:stretch>
            <a:fillRect/>
          </a:stretch>
        </p:blipFill>
        <p:spPr>
          <a:xfrm>
            <a:off x="2702052" y="10172700"/>
            <a:ext cx="384048" cy="384048"/>
          </a:xfrm>
          <a:prstGeom prst="rect">
            <a:avLst/>
          </a:prstGeom>
        </p:spPr>
      </p:pic>
      <p:sp>
        <p:nvSpPr>
          <p:cNvPr id="34" name="Text 28"/>
          <p:cNvSpPr txBox="1"/>
          <p:nvPr/>
        </p:nvSpPr>
        <p:spPr>
          <a:xfrm>
            <a:off x="640080" y="9930384"/>
            <a:ext cx="1943100" cy="868680"/>
          </a:xfrm>
          <a:prstGeom prst="rect">
            <a:avLst/>
          </a:prstGeom>
          <a:noFill/>
          <a:ln/>
        </p:spPr>
        <p:txBody>
          <a:bodyPr wrap="square" lIns="0" tIns="0" rIns="0" bIns="0" rtlCol="0" anchor="ctr"/>
          <a:lstStyle/>
          <a:p>
            <a:pPr rtl="1" algn="r" indent="0" marL="0">
              <a:buNone/>
            </a:pPr>
            <a:r>
              <a:rPr lang="ar-SA" altLang="en-US" sz="1900" b="1" dirty="0">
                <a:solidFill>
                  <a:srgbClr val="1C1230"/>
                </a:solidFill>
                <a:latin typeface="Arial" pitchFamily="34" charset="0"/>
                <a:ea typeface="Arial" pitchFamily="34" charset="-122"/>
                <a:cs typeface="Arial" pitchFamily="34" charset="-120"/>
              </a:rPr>
              <a:t>فقط استماع</a:t>
            </a:r>
            <a:endParaRPr lang="ar-SA" sz="1900" dirty="0"/>
          </a:p>
        </p:txBody>
      </p:sp>
      <p:sp>
        <p:nvSpPr>
          <p:cNvPr id="35" name="Text 29"/>
          <p:cNvSpPr txBox="1"/>
          <p:nvPr/>
        </p:nvSpPr>
        <p:spPr>
          <a:xfrm>
            <a:off x="502920" y="11210544"/>
            <a:ext cx="5852160" cy="731520"/>
          </a:xfrm>
          <a:prstGeom prst="rect">
            <a:avLst/>
          </a:prstGeom>
          <a:noFill/>
          <a:ln/>
        </p:spPr>
        <p:txBody>
          <a:bodyPr wrap="square" lIns="0" tIns="0" rIns="0" bIns="0" rtlCol="0" anchor="ctr"/>
          <a:lstStyle/>
          <a:p>
            <a:pPr rtl="1" algn="ctr" indent="0" marL="0">
              <a:buNone/>
            </a:pPr>
            <a:r>
              <a:rPr lang="ar-SA" altLang="en-US" sz="2300" b="1" i="1" dirty="0">
                <a:solidFill>
                  <a:srgbClr val="F4A95F"/>
                </a:solidFill>
                <a:latin typeface="Arial" pitchFamily="34" charset="0"/>
                <a:ea typeface="Arial" pitchFamily="34" charset="-122"/>
                <a:cs typeface="Arial" pitchFamily="34" charset="-120"/>
              </a:rPr>
              <a:t>«والاستماع بحد ذاته فعل حب.»</a:t>
            </a:r>
            <a:endParaRPr lang="ar-SA" sz="2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02920" y="566928"/>
            <a:ext cx="329184" cy="329184"/>
          </a:xfrm>
          <a:prstGeom prst="ellipse">
            <a:avLst/>
          </a:prstGeom>
          <a:ln w="19050">
            <a:solidFill>
              <a:srgbClr val="E77E96"/>
            </a:solidFill>
            <a:prstDash val="solid"/>
          </a:ln>
        </p:spPr>
      </p:sp>
      <p:sp>
        <p:nvSpPr>
          <p:cNvPr id="3" name="Shape 1"/>
          <p:cNvSpPr/>
          <p:nvPr/>
        </p:nvSpPr>
        <p:spPr>
          <a:xfrm>
            <a:off x="733349" y="566928"/>
            <a:ext cx="329184" cy="329184"/>
          </a:xfrm>
          <a:prstGeom prst="ellipse">
            <a:avLst/>
          </a:prstGeom>
          <a:ln w="19050">
            <a:solidFill>
              <a:srgbClr val="F4A95F"/>
            </a:solidFill>
            <a:prstDash val="solid"/>
          </a:ln>
        </p:spPr>
      </p:sp>
      <p:sp>
        <p:nvSpPr>
          <p:cNvPr id="4" name="Text 2"/>
          <p:cNvSpPr txBox="1"/>
          <p:nvPr/>
        </p:nvSpPr>
        <p:spPr>
          <a:xfrm>
            <a:off x="1161288" y="566928"/>
            <a:ext cx="1280160" cy="329184"/>
          </a:xfrm>
          <a:prstGeom prst="rect">
            <a:avLst/>
          </a:prstGeom>
          <a:noFill/>
          <a:ln/>
        </p:spPr>
        <p:txBody>
          <a:bodyPr wrap="square" lIns="0" tIns="0" rIns="0" bIns="0" rtlCol="0" anchor="ctr"/>
          <a:lstStyle/>
          <a:p>
            <a:pPr algn="l" indent="0" marL="0">
              <a:buNone/>
            </a:pPr>
            <a:r>
              <a:rPr lang="en-US" altLang="en-US" sz="1100" dirty="0">
                <a:solidFill>
                  <a:srgbClr val="C4B3D2"/>
                </a:solidFill>
                <a:latin typeface="Arial" pitchFamily="34" charset="0"/>
                <a:ea typeface="Arial" pitchFamily="34" charset="-122"/>
                <a:cs typeface="Arial" pitchFamily="34" charset="-120"/>
              </a:rPr>
              <a:t>18 / 21</a:t>
            </a:r>
            <a:endParaRPr lang="en-US" sz="1100" dirty="0"/>
          </a:p>
        </p:txBody>
      </p:sp>
      <p:sp>
        <p:nvSpPr>
          <p:cNvPr id="5" name="Text 3"/>
          <p:cNvSpPr txBox="1"/>
          <p:nvPr/>
        </p:nvSpPr>
        <p:spPr>
          <a:xfrm>
            <a:off x="2514600" y="566928"/>
            <a:ext cx="3840480" cy="329184"/>
          </a:xfrm>
          <a:prstGeom prst="rect">
            <a:avLst/>
          </a:prstGeom>
          <a:noFill/>
          <a:ln/>
        </p:spPr>
        <p:txBody>
          <a:bodyPr wrap="square" lIns="0" tIns="0" rIns="0" bIns="0" rtlCol="0" anchor="ctr"/>
          <a:lstStyle/>
          <a:p>
            <a:pPr rtl="1" algn="r" indent="0" marL="0">
              <a:buNone/>
            </a:pPr>
            <a:r>
              <a:rPr lang="ar-SA" altLang="en-US" sz="1400" b="1" dirty="0">
                <a:solidFill>
                  <a:srgbClr val="F4A95F"/>
                </a:solidFill>
                <a:latin typeface="Arial" pitchFamily="34" charset="0"/>
                <a:ea typeface="Arial" pitchFamily="34" charset="-122"/>
                <a:cs typeface="Arial" pitchFamily="34" charset="-120"/>
              </a:rPr>
              <a:t>رسالة لكل زوجين</a:t>
            </a:r>
            <a:endParaRPr lang="ar-SA" sz="1400" dirty="0"/>
          </a:p>
        </p:txBody>
      </p:sp>
      <p:sp>
        <p:nvSpPr>
          <p:cNvPr id="6" name="Text 4"/>
          <p:cNvSpPr txBox="1"/>
          <p:nvPr/>
        </p:nvSpPr>
        <p:spPr>
          <a:xfrm>
            <a:off x="502920" y="1143000"/>
            <a:ext cx="5852160" cy="1737360"/>
          </a:xfrm>
          <a:prstGeom prst="rect">
            <a:avLst/>
          </a:prstGeom>
          <a:noFill/>
          <a:ln/>
        </p:spPr>
        <p:txBody>
          <a:bodyPr wrap="square" lIns="0" tIns="0" rIns="0" bIns="0" rtlCol="0" anchor="t"/>
          <a:lstStyle/>
          <a:p>
            <a:pPr rtl="1" algn="r" indent="0" marL="0">
              <a:lnSpc>
                <a:spcPct val="105000"/>
              </a:lnSpc>
              <a:buNone/>
            </a:pPr>
            <a:r>
              <a:rPr lang="ar-SA" altLang="en-US" sz="3200" b="1" dirty="0">
                <a:solidFill>
                  <a:srgbClr val="FBF3F6"/>
                </a:solidFill>
                <a:latin typeface="Arial" pitchFamily="34" charset="0"/>
                <a:ea typeface="Arial" pitchFamily="34" charset="-122"/>
                <a:cs typeface="Arial" pitchFamily="34" charset="-120"/>
              </a:rPr>
              <a:t>لا تنتظروا حتى تصبح المسافة كبيرة جدًا</a:t>
            </a:r>
            <a:endParaRPr lang="ar-SA" sz="3200" dirty="0"/>
          </a:p>
        </p:txBody>
      </p:sp>
      <p:sp>
        <p:nvSpPr>
          <p:cNvPr id="7" name="Text 5"/>
          <p:cNvSpPr txBox="1"/>
          <p:nvPr/>
        </p:nvSpPr>
        <p:spPr>
          <a:xfrm>
            <a:off x="502920" y="3017520"/>
            <a:ext cx="5852160" cy="822960"/>
          </a:xfrm>
          <a:prstGeom prst="rect">
            <a:avLst/>
          </a:prstGeom>
          <a:noFill/>
          <a:ln/>
        </p:spPr>
        <p:txBody>
          <a:bodyPr wrap="square" lIns="0" tIns="0" rIns="0" bIns="0" rtlCol="0" anchor="t"/>
          <a:lstStyle/>
          <a:p>
            <a:pPr rtl="1" algn="r" indent="0" marL="0">
              <a:buNone/>
            </a:pPr>
            <a:r>
              <a:rPr lang="ar-SA" altLang="en-US" sz="1800" dirty="0">
                <a:solidFill>
                  <a:srgbClr val="C4B3D2"/>
                </a:solidFill>
                <a:latin typeface="Arial" pitchFamily="34" charset="0"/>
                <a:ea typeface="Arial" pitchFamily="34" charset="-122"/>
                <a:cs typeface="Arial" pitchFamily="34" charset="-120"/>
              </a:rPr>
              <a:t>التعافي لا يحتاج دائمًا إلى حدث ضخم. أحيانًا يبدأ...</a:t>
            </a:r>
            <a:endParaRPr lang="ar-SA" sz="1800" dirty="0"/>
          </a:p>
        </p:txBody>
      </p:sp>
      <p:sp>
        <p:nvSpPr>
          <p:cNvPr id="8" name="Shape 6"/>
          <p:cNvSpPr/>
          <p:nvPr/>
        </p:nvSpPr>
        <p:spPr>
          <a:xfrm>
            <a:off x="502920" y="3977640"/>
            <a:ext cx="5852160" cy="960120"/>
          </a:xfrm>
          <a:prstGeom prst="roundRect">
            <a:avLst>
              <a:gd name="adj" fmla="val 17143"/>
            </a:avLst>
          </a:prstGeom>
          <a:solidFill>
            <a:srgbClr val="2B1F45"/>
          </a:solidFill>
          <a:ln w="12700">
            <a:solidFill>
              <a:srgbClr val="2B1F45"/>
            </a:solidFill>
            <a:prstDash val="solid"/>
          </a:ln>
        </p:spPr>
      </p:sp>
      <p:sp>
        <p:nvSpPr>
          <p:cNvPr id="9" name="Shape 7"/>
          <p:cNvSpPr/>
          <p:nvPr/>
        </p:nvSpPr>
        <p:spPr>
          <a:xfrm>
            <a:off x="5495544" y="4155948"/>
            <a:ext cx="603504" cy="603504"/>
          </a:xfrm>
          <a:prstGeom prst="ellipse">
            <a:avLst/>
          </a:prstGeom>
          <a:solidFill>
            <a:srgbClr val="F4A95F"/>
          </a:solidFill>
          <a:ln w="12700">
            <a:solidFill>
              <a:srgbClr val="F4A95F"/>
            </a:solidFill>
            <a:prstDash val="solid"/>
          </a:ln>
        </p:spPr>
      </p:sp>
      <p:pic>
        <p:nvPicPr>
          <p:cNvPr id="10" name="Image 0" descr="preencoded.png">    </p:cNvPr>
          <p:cNvPicPr>
            <a:picLocks noChangeAspect="1"/>
          </p:cNvPicPr>
          <p:nvPr/>
        </p:nvPicPr>
        <p:blipFill>
          <a:blip r:embed="rId2"/>
          <a:stretch>
            <a:fillRect/>
          </a:stretch>
        </p:blipFill>
        <p:spPr>
          <a:xfrm>
            <a:off x="5652455" y="4312859"/>
            <a:ext cx="289682" cy="289682"/>
          </a:xfrm>
          <a:prstGeom prst="rect">
            <a:avLst/>
          </a:prstGeom>
        </p:spPr>
      </p:pic>
      <p:sp>
        <p:nvSpPr>
          <p:cNvPr id="11" name="Text 8"/>
          <p:cNvSpPr txBox="1"/>
          <p:nvPr/>
        </p:nvSpPr>
        <p:spPr>
          <a:xfrm>
            <a:off x="777240" y="3977640"/>
            <a:ext cx="4489704" cy="960120"/>
          </a:xfrm>
          <a:prstGeom prst="rect">
            <a:avLst/>
          </a:prstGeom>
          <a:noFill/>
          <a:ln/>
        </p:spPr>
        <p:txBody>
          <a:bodyPr wrap="square" lIns="0" tIns="0" rIns="0" bIns="0" rtlCol="0" anchor="ctr"/>
          <a:lstStyle/>
          <a:p>
            <a:pPr rtl="1" algn="r" indent="0" marL="0">
              <a:buNone/>
            </a:pPr>
            <a:r>
              <a:rPr lang="ar-SA" altLang="en-US" sz="2100" b="1" dirty="0">
                <a:solidFill>
                  <a:srgbClr val="FBF3F6"/>
                </a:solidFill>
                <a:latin typeface="Arial" pitchFamily="34" charset="0"/>
                <a:ea typeface="Arial" pitchFamily="34" charset="-122"/>
                <a:cs typeface="Arial" pitchFamily="34" charset="-120"/>
              </a:rPr>
              <a:t>بكلمة صادقة</a:t>
            </a:r>
            <a:endParaRPr lang="ar-SA" sz="2100" dirty="0"/>
          </a:p>
        </p:txBody>
      </p:sp>
      <p:sp>
        <p:nvSpPr>
          <p:cNvPr id="12" name="Shape 9"/>
          <p:cNvSpPr/>
          <p:nvPr/>
        </p:nvSpPr>
        <p:spPr>
          <a:xfrm>
            <a:off x="502920" y="5120640"/>
            <a:ext cx="5852160" cy="960120"/>
          </a:xfrm>
          <a:prstGeom prst="roundRect">
            <a:avLst>
              <a:gd name="adj" fmla="val 17143"/>
            </a:avLst>
          </a:prstGeom>
          <a:solidFill>
            <a:srgbClr val="2B1F45"/>
          </a:solidFill>
          <a:ln w="12700">
            <a:solidFill>
              <a:srgbClr val="2B1F45"/>
            </a:solidFill>
            <a:prstDash val="solid"/>
          </a:ln>
        </p:spPr>
      </p:sp>
      <p:sp>
        <p:nvSpPr>
          <p:cNvPr id="13" name="Shape 10"/>
          <p:cNvSpPr/>
          <p:nvPr/>
        </p:nvSpPr>
        <p:spPr>
          <a:xfrm>
            <a:off x="5495544" y="5298948"/>
            <a:ext cx="603504" cy="603504"/>
          </a:xfrm>
          <a:prstGeom prst="ellipse">
            <a:avLst/>
          </a:prstGeom>
          <a:solidFill>
            <a:srgbClr val="E77E96"/>
          </a:solidFill>
          <a:ln w="12700">
            <a:solidFill>
              <a:srgbClr val="E77E96"/>
            </a:solidFill>
            <a:prstDash val="solid"/>
          </a:ln>
        </p:spPr>
      </p:sp>
      <p:pic>
        <p:nvPicPr>
          <p:cNvPr id="14" name="Image 1" descr="preencoded.png">    </p:cNvPr>
          <p:cNvPicPr>
            <a:picLocks noChangeAspect="1"/>
          </p:cNvPicPr>
          <p:nvPr/>
        </p:nvPicPr>
        <p:blipFill>
          <a:blip r:embed="rId3"/>
          <a:stretch>
            <a:fillRect/>
          </a:stretch>
        </p:blipFill>
        <p:spPr>
          <a:xfrm>
            <a:off x="5652455" y="5455859"/>
            <a:ext cx="289682" cy="289682"/>
          </a:xfrm>
          <a:prstGeom prst="rect">
            <a:avLst/>
          </a:prstGeom>
        </p:spPr>
      </p:pic>
      <p:sp>
        <p:nvSpPr>
          <p:cNvPr id="15" name="Text 11"/>
          <p:cNvSpPr txBox="1"/>
          <p:nvPr/>
        </p:nvSpPr>
        <p:spPr>
          <a:xfrm>
            <a:off x="777240" y="5120640"/>
            <a:ext cx="4489704" cy="960120"/>
          </a:xfrm>
          <a:prstGeom prst="rect">
            <a:avLst/>
          </a:prstGeom>
          <a:noFill/>
          <a:ln/>
        </p:spPr>
        <p:txBody>
          <a:bodyPr wrap="square" lIns="0" tIns="0" rIns="0" bIns="0" rtlCol="0" anchor="ctr"/>
          <a:lstStyle/>
          <a:p>
            <a:pPr rtl="1" algn="r" indent="0" marL="0">
              <a:buNone/>
            </a:pPr>
            <a:r>
              <a:rPr lang="ar-SA" altLang="en-US" sz="2100" b="1" dirty="0">
                <a:solidFill>
                  <a:srgbClr val="FBF3F6"/>
                </a:solidFill>
                <a:latin typeface="Arial" pitchFamily="34" charset="0"/>
                <a:ea typeface="Arial" pitchFamily="34" charset="-122"/>
                <a:cs typeface="Arial" pitchFamily="34" charset="-120"/>
              </a:rPr>
              <a:t>باعتذار</a:t>
            </a:r>
            <a:endParaRPr lang="ar-SA" sz="2100" dirty="0"/>
          </a:p>
        </p:txBody>
      </p:sp>
      <p:sp>
        <p:nvSpPr>
          <p:cNvPr id="16" name="Shape 12"/>
          <p:cNvSpPr/>
          <p:nvPr/>
        </p:nvSpPr>
        <p:spPr>
          <a:xfrm>
            <a:off x="502920" y="6263640"/>
            <a:ext cx="5852160" cy="960120"/>
          </a:xfrm>
          <a:prstGeom prst="roundRect">
            <a:avLst>
              <a:gd name="adj" fmla="val 17143"/>
            </a:avLst>
          </a:prstGeom>
          <a:solidFill>
            <a:srgbClr val="2B1F45"/>
          </a:solidFill>
          <a:ln w="12700">
            <a:solidFill>
              <a:srgbClr val="2B1F45"/>
            </a:solidFill>
            <a:prstDash val="solid"/>
          </a:ln>
        </p:spPr>
      </p:sp>
      <p:sp>
        <p:nvSpPr>
          <p:cNvPr id="17" name="Shape 13"/>
          <p:cNvSpPr/>
          <p:nvPr/>
        </p:nvSpPr>
        <p:spPr>
          <a:xfrm>
            <a:off x="5495544" y="6441948"/>
            <a:ext cx="603504" cy="603504"/>
          </a:xfrm>
          <a:prstGeom prst="ellipse">
            <a:avLst/>
          </a:prstGeom>
          <a:solidFill>
            <a:srgbClr val="F4A95F"/>
          </a:solidFill>
          <a:ln w="12700">
            <a:solidFill>
              <a:srgbClr val="F4A95F"/>
            </a:solidFill>
            <a:prstDash val="solid"/>
          </a:ln>
        </p:spPr>
      </p:sp>
      <p:pic>
        <p:nvPicPr>
          <p:cNvPr id="18" name="Image 2" descr="preencoded.png">    </p:cNvPr>
          <p:cNvPicPr>
            <a:picLocks noChangeAspect="1"/>
          </p:cNvPicPr>
          <p:nvPr/>
        </p:nvPicPr>
        <p:blipFill>
          <a:blip r:embed="rId4"/>
          <a:stretch>
            <a:fillRect/>
          </a:stretch>
        </p:blipFill>
        <p:spPr>
          <a:xfrm>
            <a:off x="5652455" y="6598859"/>
            <a:ext cx="289682" cy="289682"/>
          </a:xfrm>
          <a:prstGeom prst="rect">
            <a:avLst/>
          </a:prstGeom>
        </p:spPr>
      </p:pic>
      <p:sp>
        <p:nvSpPr>
          <p:cNvPr id="19" name="Text 14"/>
          <p:cNvSpPr txBox="1"/>
          <p:nvPr/>
        </p:nvSpPr>
        <p:spPr>
          <a:xfrm>
            <a:off x="777240" y="6263640"/>
            <a:ext cx="4489704" cy="960120"/>
          </a:xfrm>
          <a:prstGeom prst="rect">
            <a:avLst/>
          </a:prstGeom>
          <a:noFill/>
          <a:ln/>
        </p:spPr>
        <p:txBody>
          <a:bodyPr wrap="square" lIns="0" tIns="0" rIns="0" bIns="0" rtlCol="0" anchor="ctr"/>
          <a:lstStyle/>
          <a:p>
            <a:pPr rtl="1" algn="r" indent="0" marL="0">
              <a:buNone/>
            </a:pPr>
            <a:r>
              <a:rPr lang="ar-SA" altLang="en-US" sz="2100" b="1" dirty="0">
                <a:solidFill>
                  <a:srgbClr val="FBF3F6"/>
                </a:solidFill>
                <a:latin typeface="Arial" pitchFamily="34" charset="0"/>
                <a:ea typeface="Arial" pitchFamily="34" charset="-122"/>
                <a:cs typeface="Arial" pitchFamily="34" charset="-120"/>
              </a:rPr>
              <a:t>بجلسة هادئة</a:t>
            </a:r>
            <a:endParaRPr lang="ar-SA" sz="2100" dirty="0"/>
          </a:p>
        </p:txBody>
      </p:sp>
      <p:sp>
        <p:nvSpPr>
          <p:cNvPr id="20" name="Shape 15"/>
          <p:cNvSpPr/>
          <p:nvPr/>
        </p:nvSpPr>
        <p:spPr>
          <a:xfrm>
            <a:off x="502920" y="7406640"/>
            <a:ext cx="5852160" cy="960120"/>
          </a:xfrm>
          <a:prstGeom prst="roundRect">
            <a:avLst>
              <a:gd name="adj" fmla="val 17143"/>
            </a:avLst>
          </a:prstGeom>
          <a:solidFill>
            <a:srgbClr val="2B1F45"/>
          </a:solidFill>
          <a:ln w="12700">
            <a:solidFill>
              <a:srgbClr val="2B1F45"/>
            </a:solidFill>
            <a:prstDash val="solid"/>
          </a:ln>
        </p:spPr>
      </p:sp>
      <p:sp>
        <p:nvSpPr>
          <p:cNvPr id="21" name="Shape 16"/>
          <p:cNvSpPr/>
          <p:nvPr/>
        </p:nvSpPr>
        <p:spPr>
          <a:xfrm>
            <a:off x="5495544" y="7584948"/>
            <a:ext cx="603504" cy="603504"/>
          </a:xfrm>
          <a:prstGeom prst="ellipse">
            <a:avLst/>
          </a:prstGeom>
          <a:solidFill>
            <a:srgbClr val="E77E96"/>
          </a:solidFill>
          <a:ln w="12700">
            <a:solidFill>
              <a:srgbClr val="E77E96"/>
            </a:solidFill>
            <a:prstDash val="solid"/>
          </a:ln>
        </p:spPr>
      </p:sp>
      <p:pic>
        <p:nvPicPr>
          <p:cNvPr id="22" name="Image 3" descr="preencoded.png">    </p:cNvPr>
          <p:cNvPicPr>
            <a:picLocks noChangeAspect="1"/>
          </p:cNvPicPr>
          <p:nvPr/>
        </p:nvPicPr>
        <p:blipFill>
          <a:blip r:embed="rId5"/>
          <a:stretch>
            <a:fillRect/>
          </a:stretch>
        </p:blipFill>
        <p:spPr>
          <a:xfrm>
            <a:off x="5652455" y="7741859"/>
            <a:ext cx="289682" cy="289682"/>
          </a:xfrm>
          <a:prstGeom prst="rect">
            <a:avLst/>
          </a:prstGeom>
        </p:spPr>
      </p:pic>
      <p:sp>
        <p:nvSpPr>
          <p:cNvPr id="23" name="Text 17"/>
          <p:cNvSpPr txBox="1"/>
          <p:nvPr/>
        </p:nvSpPr>
        <p:spPr>
          <a:xfrm>
            <a:off x="777240" y="7406640"/>
            <a:ext cx="4489704" cy="960120"/>
          </a:xfrm>
          <a:prstGeom prst="rect">
            <a:avLst/>
          </a:prstGeom>
          <a:noFill/>
          <a:ln/>
        </p:spPr>
        <p:txBody>
          <a:bodyPr wrap="square" lIns="0" tIns="0" rIns="0" bIns="0" rtlCol="0" anchor="ctr"/>
          <a:lstStyle/>
          <a:p>
            <a:pPr rtl="1" algn="r" indent="0" marL="0">
              <a:buNone/>
            </a:pPr>
            <a:r>
              <a:rPr lang="ar-SA" altLang="en-US" sz="2100" b="1" dirty="0">
                <a:solidFill>
                  <a:srgbClr val="FBF3F6"/>
                </a:solidFill>
                <a:latin typeface="Arial" pitchFamily="34" charset="0"/>
                <a:ea typeface="Arial" pitchFamily="34" charset="-122"/>
                <a:cs typeface="Arial" pitchFamily="34" charset="-120"/>
              </a:rPr>
              <a:t>بلمسة حانية</a:t>
            </a:r>
            <a:endParaRPr lang="ar-SA" sz="2100" dirty="0"/>
          </a:p>
        </p:txBody>
      </p:sp>
      <p:sp>
        <p:nvSpPr>
          <p:cNvPr id="24" name="Shape 18"/>
          <p:cNvSpPr/>
          <p:nvPr/>
        </p:nvSpPr>
        <p:spPr>
          <a:xfrm>
            <a:off x="502920" y="8641080"/>
            <a:ext cx="5852160" cy="1554480"/>
          </a:xfrm>
          <a:prstGeom prst="roundRect">
            <a:avLst>
              <a:gd name="adj" fmla="val 10588"/>
            </a:avLst>
          </a:prstGeom>
          <a:solidFill>
            <a:srgbClr val="F4A95F"/>
          </a:solidFill>
          <a:ln w="12700">
            <a:solidFill>
              <a:srgbClr val="F4A95F"/>
            </a:solidFill>
            <a:prstDash val="solid"/>
          </a:ln>
        </p:spPr>
      </p:sp>
      <p:sp>
        <p:nvSpPr>
          <p:cNvPr id="25" name="Text 19"/>
          <p:cNvSpPr txBox="1"/>
          <p:nvPr/>
        </p:nvSpPr>
        <p:spPr>
          <a:xfrm>
            <a:off x="822960" y="8805672"/>
            <a:ext cx="5212080" cy="411480"/>
          </a:xfrm>
          <a:prstGeom prst="rect">
            <a:avLst/>
          </a:prstGeom>
          <a:noFill/>
          <a:ln/>
        </p:spPr>
        <p:txBody>
          <a:bodyPr wrap="square" lIns="0" tIns="0" rIns="0" bIns="0" rtlCol="0" anchor="t"/>
          <a:lstStyle/>
          <a:p>
            <a:pPr rtl="1" algn="r" indent="0" marL="0">
              <a:buNone/>
            </a:pPr>
            <a:r>
              <a:rPr lang="ar-SA" altLang="en-US" sz="1700" dirty="0">
                <a:solidFill>
                  <a:srgbClr val="1C1230"/>
                </a:solidFill>
                <a:latin typeface="Arial" pitchFamily="34" charset="0"/>
                <a:ea typeface="Arial" pitchFamily="34" charset="-122"/>
                <a:cs typeface="Arial" pitchFamily="34" charset="-120"/>
              </a:rPr>
              <a:t>بسؤال بسيط:</a:t>
            </a:r>
            <a:endParaRPr lang="ar-SA" sz="1700" dirty="0"/>
          </a:p>
        </p:txBody>
      </p:sp>
      <p:sp>
        <p:nvSpPr>
          <p:cNvPr id="26" name="Text 20"/>
          <p:cNvSpPr txBox="1"/>
          <p:nvPr/>
        </p:nvSpPr>
        <p:spPr>
          <a:xfrm>
            <a:off x="822960" y="9189720"/>
            <a:ext cx="5212080" cy="868680"/>
          </a:xfrm>
          <a:prstGeom prst="rect">
            <a:avLst/>
          </a:prstGeom>
          <a:noFill/>
          <a:ln/>
        </p:spPr>
        <p:txBody>
          <a:bodyPr wrap="square" lIns="0" tIns="0" rIns="0" bIns="0" rtlCol="0" anchor="ctr"/>
          <a:lstStyle/>
          <a:p>
            <a:pPr rtl="1" algn="r" indent="0" marL="0">
              <a:buNone/>
            </a:pPr>
            <a:r>
              <a:rPr lang="ar-SA" altLang="en-US" sz="3200" b="1" dirty="0">
                <a:solidFill>
                  <a:srgbClr val="1C1230"/>
                </a:solidFill>
                <a:latin typeface="Arial" pitchFamily="34" charset="0"/>
                <a:ea typeface="Arial" pitchFamily="34" charset="-122"/>
                <a:cs typeface="Arial" pitchFamily="34" charset="-120"/>
              </a:rPr>
              <a:t>«كيف حالك فعلًا؟»</a:t>
            </a:r>
            <a:endParaRPr lang="ar-SA" sz="3200" dirty="0"/>
          </a:p>
        </p:txBody>
      </p:sp>
      <p:sp>
        <p:nvSpPr>
          <p:cNvPr id="27" name="Text 21"/>
          <p:cNvSpPr txBox="1"/>
          <p:nvPr/>
        </p:nvSpPr>
        <p:spPr>
          <a:xfrm>
            <a:off x="502920" y="10561320"/>
            <a:ext cx="5852160" cy="1554480"/>
          </a:xfrm>
          <a:prstGeom prst="rect">
            <a:avLst/>
          </a:prstGeom>
          <a:noFill/>
          <a:ln/>
        </p:spPr>
        <p:txBody>
          <a:bodyPr wrap="square" lIns="0" tIns="0" rIns="0" bIns="0" rtlCol="0" anchor="t"/>
          <a:lstStyle/>
          <a:p>
            <a:pPr rtl="1" algn="r" indent="0" marL="0">
              <a:lnSpc>
                <a:spcPct val="115000"/>
              </a:lnSpc>
              <a:buNone/>
            </a:pPr>
            <a:r>
              <a:rPr lang="ar-SA" altLang="en-US" sz="1900" b="1" dirty="0">
                <a:solidFill>
                  <a:srgbClr val="FBF3F6"/>
                </a:solidFill>
                <a:latin typeface="Arial" pitchFamily="34" charset="0"/>
                <a:ea typeface="Arial" pitchFamily="34" charset="-122"/>
                <a:cs typeface="Arial" pitchFamily="34" charset="-120"/>
              </a:rPr>
              <a:t>وتبدأ العلاقة من جديد عندما يتوقف كل طرف عن محاولة إثبات أنه على حق، ويبدأ في محاولة فهم الآخر.</a:t>
            </a:r>
            <a:endParaRPr lang="ar-SA" sz="1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02920" y="566928"/>
            <a:ext cx="329184" cy="329184"/>
          </a:xfrm>
          <a:prstGeom prst="ellipse">
            <a:avLst/>
          </a:prstGeom>
          <a:ln w="19050">
            <a:solidFill>
              <a:srgbClr val="E77E96"/>
            </a:solidFill>
            <a:prstDash val="solid"/>
          </a:ln>
        </p:spPr>
      </p:sp>
      <p:sp>
        <p:nvSpPr>
          <p:cNvPr id="3" name="Shape 1"/>
          <p:cNvSpPr/>
          <p:nvPr/>
        </p:nvSpPr>
        <p:spPr>
          <a:xfrm>
            <a:off x="733349" y="566928"/>
            <a:ext cx="329184" cy="329184"/>
          </a:xfrm>
          <a:prstGeom prst="ellipse">
            <a:avLst/>
          </a:prstGeom>
          <a:ln w="19050">
            <a:solidFill>
              <a:srgbClr val="F4A95F"/>
            </a:solidFill>
            <a:prstDash val="solid"/>
          </a:ln>
        </p:spPr>
      </p:sp>
      <p:sp>
        <p:nvSpPr>
          <p:cNvPr id="4" name="Text 2"/>
          <p:cNvSpPr txBox="1"/>
          <p:nvPr/>
        </p:nvSpPr>
        <p:spPr>
          <a:xfrm>
            <a:off x="1161288" y="566928"/>
            <a:ext cx="1280160" cy="329184"/>
          </a:xfrm>
          <a:prstGeom prst="rect">
            <a:avLst/>
          </a:prstGeom>
          <a:noFill/>
          <a:ln/>
        </p:spPr>
        <p:txBody>
          <a:bodyPr wrap="square" lIns="0" tIns="0" rIns="0" bIns="0" rtlCol="0" anchor="ctr"/>
          <a:lstStyle/>
          <a:p>
            <a:pPr algn="l" indent="0" marL="0">
              <a:buNone/>
            </a:pPr>
            <a:r>
              <a:rPr lang="en-US" altLang="en-US" sz="1100" dirty="0">
                <a:solidFill>
                  <a:srgbClr val="C4B3D2"/>
                </a:solidFill>
                <a:latin typeface="Arial" pitchFamily="34" charset="0"/>
                <a:ea typeface="Arial" pitchFamily="34" charset="-122"/>
                <a:cs typeface="Arial" pitchFamily="34" charset="-120"/>
              </a:rPr>
              <a:t>19 / 21</a:t>
            </a:r>
            <a:endParaRPr lang="en-US" sz="1100" dirty="0"/>
          </a:p>
        </p:txBody>
      </p:sp>
      <p:sp>
        <p:nvSpPr>
          <p:cNvPr id="5" name="Shape 3"/>
          <p:cNvSpPr/>
          <p:nvPr/>
        </p:nvSpPr>
        <p:spPr>
          <a:xfrm>
            <a:off x="1869948" y="1737360"/>
            <a:ext cx="2011680" cy="2011680"/>
          </a:xfrm>
          <a:prstGeom prst="ellipse">
            <a:avLst/>
          </a:prstGeom>
          <a:solidFill>
            <a:srgbClr val="E77E96">
              <a:alpha val="25000"/>
            </a:srgbClr>
          </a:solidFill>
          <a:ln w="38100">
            <a:solidFill>
              <a:srgbClr val="E77E96"/>
            </a:solidFill>
            <a:prstDash val="solid"/>
          </a:ln>
        </p:spPr>
      </p:sp>
      <p:sp>
        <p:nvSpPr>
          <p:cNvPr id="6" name="Shape 4"/>
          <p:cNvSpPr/>
          <p:nvPr/>
        </p:nvSpPr>
        <p:spPr>
          <a:xfrm>
            <a:off x="2976372" y="1737360"/>
            <a:ext cx="2011680" cy="2011680"/>
          </a:xfrm>
          <a:prstGeom prst="ellipse">
            <a:avLst/>
          </a:prstGeom>
          <a:solidFill>
            <a:srgbClr val="F4A95F">
              <a:alpha val="25000"/>
            </a:srgbClr>
          </a:solidFill>
          <a:ln w="38100">
            <a:solidFill>
              <a:srgbClr val="F4A95F"/>
            </a:solidFill>
            <a:prstDash val="solid"/>
          </a:ln>
        </p:spPr>
      </p:sp>
      <p:sp>
        <p:nvSpPr>
          <p:cNvPr id="7" name="Text 5"/>
          <p:cNvSpPr txBox="1"/>
          <p:nvPr/>
        </p:nvSpPr>
        <p:spPr>
          <a:xfrm>
            <a:off x="502920" y="4572000"/>
            <a:ext cx="5852160" cy="2011680"/>
          </a:xfrm>
          <a:prstGeom prst="rect">
            <a:avLst/>
          </a:prstGeom>
          <a:noFill/>
          <a:ln/>
        </p:spPr>
        <p:txBody>
          <a:bodyPr wrap="square" lIns="0" tIns="0" rIns="0" bIns="0" rtlCol="0" anchor="ctr"/>
          <a:lstStyle/>
          <a:p>
            <a:pPr rtl="1" algn="ctr" indent="0" marL="0">
              <a:lnSpc>
                <a:spcPct val="115000"/>
              </a:lnSpc>
              <a:buNone/>
            </a:pPr>
            <a:r>
              <a:rPr lang="ar-SA" altLang="en-US" sz="3400" b="1" dirty="0">
                <a:solidFill>
                  <a:srgbClr val="C4B3D2"/>
                </a:solidFill>
                <a:latin typeface="Arial" pitchFamily="34" charset="0"/>
                <a:ea typeface="Arial" pitchFamily="34" charset="-122"/>
                <a:cs typeface="Arial" pitchFamily="34" charset="-120"/>
              </a:rPr>
              <a:t>القرب ليس أن نكون في المكان نفسه.</a:t>
            </a:r>
            <a:endParaRPr lang="ar-SA" sz="3400" dirty="0"/>
          </a:p>
        </p:txBody>
      </p:sp>
      <p:sp>
        <p:nvSpPr>
          <p:cNvPr id="8" name="Text 6"/>
          <p:cNvSpPr txBox="1"/>
          <p:nvPr/>
        </p:nvSpPr>
        <p:spPr>
          <a:xfrm>
            <a:off x="502920" y="6675120"/>
            <a:ext cx="5852160" cy="2011680"/>
          </a:xfrm>
          <a:prstGeom prst="rect">
            <a:avLst/>
          </a:prstGeom>
          <a:noFill/>
          <a:ln/>
        </p:spPr>
        <p:txBody>
          <a:bodyPr wrap="square" lIns="0" tIns="0" rIns="0" bIns="0" rtlCol="0" anchor="ctr"/>
          <a:lstStyle/>
          <a:p>
            <a:pPr rtl="1" algn="ctr" indent="0" marL="0">
              <a:lnSpc>
                <a:spcPct val="110000"/>
              </a:lnSpc>
              <a:buNone/>
            </a:pPr>
            <a:r>
              <a:rPr lang="ar-SA" altLang="en-US" sz="4400" b="1" dirty="0">
                <a:solidFill>
                  <a:srgbClr val="FBF3F6"/>
                </a:solidFill>
                <a:latin typeface="Arial" pitchFamily="34" charset="0"/>
                <a:ea typeface="Arial" pitchFamily="34" charset="-122"/>
                <a:cs typeface="Arial" pitchFamily="34" charset="-120"/>
              </a:rPr>
              <a:t>القرب أن نشعر أننا معًا.</a:t>
            </a:r>
            <a:endParaRPr lang="ar-SA" sz="4400" dirty="0"/>
          </a:p>
        </p:txBody>
      </p:sp>
      <p:sp>
        <p:nvSpPr>
          <p:cNvPr id="9" name="Text 7"/>
          <p:cNvSpPr txBox="1"/>
          <p:nvPr/>
        </p:nvSpPr>
        <p:spPr>
          <a:xfrm>
            <a:off x="502920" y="9326880"/>
            <a:ext cx="5852160" cy="457200"/>
          </a:xfrm>
          <a:prstGeom prst="rect">
            <a:avLst/>
          </a:prstGeom>
          <a:noFill/>
          <a:ln/>
        </p:spPr>
        <p:txBody>
          <a:bodyPr wrap="square" lIns="0" tIns="0" rIns="0" bIns="0" rtlCol="0" anchor="t"/>
          <a:lstStyle/>
          <a:p>
            <a:pPr rtl="1" algn="ctr" indent="0" marL="0">
              <a:buNone/>
            </a:pPr>
            <a:r>
              <a:rPr lang="ar-SA" altLang="en-US" sz="1700" dirty="0">
                <a:solidFill>
                  <a:srgbClr val="F4A95F"/>
                </a:solidFill>
                <a:latin typeface="Arial" pitchFamily="34" charset="0"/>
                <a:ea typeface="Arial" pitchFamily="34" charset="-122"/>
                <a:cs typeface="Arial" pitchFamily="34" charset="-120"/>
              </a:rPr>
              <a:t>— الكوتش سميرة المتوكل</a:t>
            </a:r>
            <a:endParaRPr lang="ar-SA"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02920" y="566928"/>
            <a:ext cx="329184" cy="329184"/>
          </a:xfrm>
          <a:prstGeom prst="ellipse">
            <a:avLst/>
          </a:prstGeom>
          <a:ln w="19050">
            <a:solidFill>
              <a:srgbClr val="E77E96"/>
            </a:solidFill>
            <a:prstDash val="solid"/>
          </a:ln>
        </p:spPr>
      </p:sp>
      <p:sp>
        <p:nvSpPr>
          <p:cNvPr id="3" name="Shape 1"/>
          <p:cNvSpPr/>
          <p:nvPr/>
        </p:nvSpPr>
        <p:spPr>
          <a:xfrm>
            <a:off x="733349" y="566928"/>
            <a:ext cx="329184" cy="329184"/>
          </a:xfrm>
          <a:prstGeom prst="ellipse">
            <a:avLst/>
          </a:prstGeom>
          <a:ln w="19050">
            <a:solidFill>
              <a:srgbClr val="F4A95F"/>
            </a:solidFill>
            <a:prstDash val="solid"/>
          </a:ln>
        </p:spPr>
      </p:sp>
      <p:sp>
        <p:nvSpPr>
          <p:cNvPr id="4" name="Text 2"/>
          <p:cNvSpPr txBox="1"/>
          <p:nvPr/>
        </p:nvSpPr>
        <p:spPr>
          <a:xfrm>
            <a:off x="1161288" y="566928"/>
            <a:ext cx="1280160" cy="329184"/>
          </a:xfrm>
          <a:prstGeom prst="rect">
            <a:avLst/>
          </a:prstGeom>
          <a:noFill/>
          <a:ln/>
        </p:spPr>
        <p:txBody>
          <a:bodyPr wrap="square" lIns="0" tIns="0" rIns="0" bIns="0" rtlCol="0" anchor="ctr"/>
          <a:lstStyle/>
          <a:p>
            <a:pPr algn="l" indent="0" marL="0">
              <a:buNone/>
            </a:pPr>
            <a:r>
              <a:rPr lang="en-US" altLang="en-US" sz="1100" dirty="0">
                <a:solidFill>
                  <a:srgbClr val="C4B3D2"/>
                </a:solidFill>
                <a:latin typeface="Arial" pitchFamily="34" charset="0"/>
                <a:ea typeface="Arial" pitchFamily="34" charset="-122"/>
                <a:cs typeface="Arial" pitchFamily="34" charset="-120"/>
              </a:rPr>
              <a:t>20 / 21</a:t>
            </a:r>
            <a:endParaRPr lang="en-US" sz="1100" dirty="0"/>
          </a:p>
        </p:txBody>
      </p:sp>
      <p:sp>
        <p:nvSpPr>
          <p:cNvPr id="5" name="Text 3"/>
          <p:cNvSpPr txBox="1"/>
          <p:nvPr/>
        </p:nvSpPr>
        <p:spPr>
          <a:xfrm>
            <a:off x="2514600" y="566928"/>
            <a:ext cx="3840480" cy="329184"/>
          </a:xfrm>
          <a:prstGeom prst="rect">
            <a:avLst/>
          </a:prstGeom>
          <a:noFill/>
          <a:ln/>
        </p:spPr>
        <p:txBody>
          <a:bodyPr wrap="square" lIns="0" tIns="0" rIns="0" bIns="0" rtlCol="0" anchor="ctr"/>
          <a:lstStyle/>
          <a:p>
            <a:pPr rtl="1" algn="r" indent="0" marL="0">
              <a:buNone/>
            </a:pPr>
            <a:r>
              <a:rPr lang="ar-SA" altLang="en-US" sz="1400" b="1" dirty="0">
                <a:solidFill>
                  <a:srgbClr val="F4A95F"/>
                </a:solidFill>
                <a:latin typeface="Arial" pitchFamily="34" charset="0"/>
                <a:ea typeface="Arial" pitchFamily="34" charset="-122"/>
                <a:cs typeface="Arial" pitchFamily="34" charset="-120"/>
              </a:rPr>
              <a:t>بعد الحوار</a:t>
            </a:r>
            <a:endParaRPr lang="ar-SA" sz="1400" dirty="0"/>
          </a:p>
        </p:txBody>
      </p:sp>
      <p:sp>
        <p:nvSpPr>
          <p:cNvPr id="6" name="Text 4"/>
          <p:cNvSpPr txBox="1"/>
          <p:nvPr/>
        </p:nvSpPr>
        <p:spPr>
          <a:xfrm>
            <a:off x="502920" y="1143000"/>
            <a:ext cx="5852160" cy="1234440"/>
          </a:xfrm>
          <a:prstGeom prst="rect">
            <a:avLst/>
          </a:prstGeom>
          <a:noFill/>
          <a:ln/>
        </p:spPr>
        <p:txBody>
          <a:bodyPr wrap="square" lIns="0" tIns="0" rIns="0" bIns="0" rtlCol="0" anchor="t"/>
          <a:lstStyle/>
          <a:p>
            <a:pPr rtl="1" algn="r" indent="0" marL="0">
              <a:lnSpc>
                <a:spcPct val="105000"/>
              </a:lnSpc>
              <a:buNone/>
            </a:pPr>
            <a:r>
              <a:rPr lang="ar-SA" altLang="en-US" sz="3200" b="1" dirty="0">
                <a:solidFill>
                  <a:srgbClr val="FBF3F6"/>
                </a:solidFill>
                <a:latin typeface="Arial" pitchFamily="34" charset="0"/>
                <a:ea typeface="Arial" pitchFamily="34" charset="-122"/>
                <a:cs typeface="Arial" pitchFamily="34" charset="-120"/>
              </a:rPr>
              <a:t>فاصل ومداخلات الكوتشز</a:t>
            </a:r>
            <a:endParaRPr lang="ar-SA" sz="3200" dirty="0"/>
          </a:p>
        </p:txBody>
      </p:sp>
      <p:sp>
        <p:nvSpPr>
          <p:cNvPr id="7" name="Shape 5"/>
          <p:cNvSpPr/>
          <p:nvPr/>
        </p:nvSpPr>
        <p:spPr>
          <a:xfrm>
            <a:off x="502920" y="2514600"/>
            <a:ext cx="5852160" cy="1417320"/>
          </a:xfrm>
          <a:prstGeom prst="roundRect">
            <a:avLst>
              <a:gd name="adj" fmla="val 11613"/>
            </a:avLst>
          </a:prstGeom>
          <a:solidFill>
            <a:srgbClr val="362757"/>
          </a:solidFill>
          <a:ln w="12700">
            <a:solidFill>
              <a:srgbClr val="362757"/>
            </a:solidFill>
            <a:prstDash val="solid"/>
          </a:ln>
        </p:spPr>
      </p:sp>
      <p:sp>
        <p:nvSpPr>
          <p:cNvPr id="8" name="Shape 6"/>
          <p:cNvSpPr/>
          <p:nvPr/>
        </p:nvSpPr>
        <p:spPr>
          <a:xfrm>
            <a:off x="5385816" y="2866644"/>
            <a:ext cx="713232" cy="713232"/>
          </a:xfrm>
          <a:prstGeom prst="ellipse">
            <a:avLst/>
          </a:prstGeom>
          <a:solidFill>
            <a:srgbClr val="E77E96"/>
          </a:solidFill>
          <a:ln w="12700">
            <a:solidFill>
              <a:srgbClr val="E77E96"/>
            </a:solidFill>
            <a:prstDash val="solid"/>
          </a:ln>
        </p:spPr>
      </p:sp>
      <p:pic>
        <p:nvPicPr>
          <p:cNvPr id="9" name="Image 0" descr="preencoded.png">    </p:cNvPr>
          <p:cNvPicPr>
            <a:picLocks noChangeAspect="1"/>
          </p:cNvPicPr>
          <p:nvPr/>
        </p:nvPicPr>
        <p:blipFill>
          <a:blip r:embed="rId2"/>
          <a:stretch>
            <a:fillRect/>
          </a:stretch>
        </p:blipFill>
        <p:spPr>
          <a:xfrm>
            <a:off x="5571256" y="3052084"/>
            <a:ext cx="342351" cy="342351"/>
          </a:xfrm>
          <a:prstGeom prst="rect">
            <a:avLst/>
          </a:prstGeom>
        </p:spPr>
      </p:pic>
      <p:sp>
        <p:nvSpPr>
          <p:cNvPr id="10" name="Text 7"/>
          <p:cNvSpPr txBox="1"/>
          <p:nvPr/>
        </p:nvSpPr>
        <p:spPr>
          <a:xfrm>
            <a:off x="777240" y="2697480"/>
            <a:ext cx="4379976" cy="411480"/>
          </a:xfrm>
          <a:prstGeom prst="rect">
            <a:avLst/>
          </a:prstGeom>
          <a:noFill/>
          <a:ln/>
        </p:spPr>
        <p:txBody>
          <a:bodyPr wrap="square" lIns="0" tIns="0" rIns="0" bIns="0" rtlCol="0" anchor="ctr"/>
          <a:lstStyle/>
          <a:p>
            <a:pPr rtl="1" algn="r" indent="0" marL="0">
              <a:buNone/>
            </a:pPr>
            <a:r>
              <a:rPr lang="ar-SA" altLang="en-US" sz="1900" b="1" dirty="0">
                <a:solidFill>
                  <a:srgbClr val="FBF3F6"/>
                </a:solidFill>
                <a:latin typeface="Arial" pitchFamily="34" charset="0"/>
                <a:ea typeface="Arial" pitchFamily="34" charset="-122"/>
                <a:cs typeface="Arial" pitchFamily="34" charset="-120"/>
              </a:rPr>
              <a:t>فاصل غنائي أو شعري (دقيقتان)</a:t>
            </a:r>
            <a:endParaRPr lang="ar-SA" sz="1900" dirty="0"/>
          </a:p>
        </p:txBody>
      </p:sp>
      <p:sp>
        <p:nvSpPr>
          <p:cNvPr id="11" name="Text 8"/>
          <p:cNvSpPr txBox="1"/>
          <p:nvPr/>
        </p:nvSpPr>
        <p:spPr>
          <a:xfrm>
            <a:off x="777240" y="3108960"/>
            <a:ext cx="4379976" cy="685800"/>
          </a:xfrm>
          <a:prstGeom prst="rect">
            <a:avLst/>
          </a:prstGeom>
          <a:noFill/>
          <a:ln/>
        </p:spPr>
        <p:txBody>
          <a:bodyPr wrap="square" lIns="0" tIns="0" rIns="0" bIns="0" rtlCol="0" anchor="t"/>
          <a:lstStyle/>
          <a:p>
            <a:pPr rtl="1" algn="r" indent="0" marL="0">
              <a:lnSpc>
                <a:spcPct val="105000"/>
              </a:lnSpc>
              <a:buNone/>
            </a:pPr>
            <a:r>
              <a:rPr lang="ar-SA" altLang="en-US" sz="1500" dirty="0">
                <a:solidFill>
                  <a:srgbClr val="C4B3D2"/>
                </a:solidFill>
                <a:latin typeface="Arial" pitchFamily="34" charset="0"/>
                <a:ea typeface="Arial" pitchFamily="34" charset="-122"/>
                <a:cs typeface="Arial" pitchFamily="34" charset="-120"/>
              </a:rPr>
              <a:t>عن المسافة بين القلوب، والاحتواء، والعودة إلى الحوار</a:t>
            </a:r>
            <a:endParaRPr lang="ar-SA" sz="1500" dirty="0"/>
          </a:p>
        </p:txBody>
      </p:sp>
      <p:sp>
        <p:nvSpPr>
          <p:cNvPr id="12" name="Text 9"/>
          <p:cNvSpPr txBox="1"/>
          <p:nvPr/>
        </p:nvSpPr>
        <p:spPr>
          <a:xfrm>
            <a:off x="502920" y="4251960"/>
            <a:ext cx="5852160" cy="457200"/>
          </a:xfrm>
          <a:prstGeom prst="rect">
            <a:avLst/>
          </a:prstGeom>
          <a:noFill/>
          <a:ln/>
        </p:spPr>
        <p:txBody>
          <a:bodyPr wrap="square" lIns="0" tIns="0" rIns="0" bIns="0" rtlCol="0" anchor="t"/>
          <a:lstStyle/>
          <a:p>
            <a:pPr rtl="1" algn="r" indent="0" marL="0">
              <a:buNone/>
            </a:pPr>
            <a:r>
              <a:rPr lang="ar-SA" altLang="en-US" sz="1600" b="1" dirty="0">
                <a:solidFill>
                  <a:srgbClr val="F4A95F"/>
                </a:solidFill>
                <a:latin typeface="Arial" pitchFamily="34" charset="0"/>
                <a:ea typeface="Arial" pitchFamily="34" charset="-122"/>
                <a:cs typeface="Arial" pitchFamily="34" charset="-120"/>
              </a:rPr>
              <a:t>مداخلات الكوتشز وأطر الأكاديمية — دقيقتان لكل متدخل</a:t>
            </a:r>
            <a:endParaRPr lang="ar-SA" sz="1600" dirty="0"/>
          </a:p>
        </p:txBody>
      </p:sp>
      <p:sp>
        <p:nvSpPr>
          <p:cNvPr id="13" name="Shape 10"/>
          <p:cNvSpPr/>
          <p:nvPr/>
        </p:nvSpPr>
        <p:spPr>
          <a:xfrm>
            <a:off x="502920" y="4892040"/>
            <a:ext cx="5852160" cy="1234440"/>
          </a:xfrm>
          <a:prstGeom prst="roundRect">
            <a:avLst>
              <a:gd name="adj" fmla="val 13333"/>
            </a:avLst>
          </a:prstGeom>
          <a:solidFill>
            <a:srgbClr val="2B1F45"/>
          </a:solidFill>
          <a:ln w="12700">
            <a:solidFill>
              <a:srgbClr val="2B1F45"/>
            </a:solidFill>
            <a:prstDash val="solid"/>
          </a:ln>
        </p:spPr>
      </p:sp>
      <p:sp>
        <p:nvSpPr>
          <p:cNvPr id="14" name="Shape 11"/>
          <p:cNvSpPr/>
          <p:nvPr/>
        </p:nvSpPr>
        <p:spPr>
          <a:xfrm>
            <a:off x="5559552" y="5225796"/>
            <a:ext cx="566928" cy="566928"/>
          </a:xfrm>
          <a:prstGeom prst="ellipse">
            <a:avLst/>
          </a:prstGeom>
          <a:ln w="25400">
            <a:solidFill>
              <a:srgbClr val="F4A95F"/>
            </a:solidFill>
            <a:prstDash val="solid"/>
          </a:ln>
        </p:spPr>
      </p:sp>
      <p:sp>
        <p:nvSpPr>
          <p:cNvPr id="15" name="Text 12"/>
          <p:cNvSpPr txBox="1"/>
          <p:nvPr/>
        </p:nvSpPr>
        <p:spPr>
          <a:xfrm>
            <a:off x="5559552" y="5225796"/>
            <a:ext cx="566928" cy="566928"/>
          </a:xfrm>
          <a:prstGeom prst="rect">
            <a:avLst/>
          </a:prstGeom>
          <a:noFill/>
          <a:ln/>
        </p:spPr>
        <p:txBody>
          <a:bodyPr wrap="square" lIns="0" tIns="0" rIns="0" bIns="0" rtlCol="0" anchor="ctr"/>
          <a:lstStyle/>
          <a:p>
            <a:pPr algn="ctr" indent="0" marL="0">
              <a:buNone/>
            </a:pPr>
            <a:r>
              <a:rPr lang="ar-SA" altLang="en-US" sz="2000" b="1" dirty="0">
                <a:solidFill>
                  <a:srgbClr val="F4A95F"/>
                </a:solidFill>
                <a:latin typeface="Arial" pitchFamily="34" charset="0"/>
                <a:ea typeface="Arial" pitchFamily="34" charset="-122"/>
                <a:cs typeface="Arial" pitchFamily="34" charset="-120"/>
              </a:rPr>
              <a:t>1</a:t>
            </a:r>
            <a:endParaRPr lang="ar-SA" sz="2000" dirty="0"/>
          </a:p>
        </p:txBody>
      </p:sp>
      <p:sp>
        <p:nvSpPr>
          <p:cNvPr id="16" name="Text 13"/>
          <p:cNvSpPr txBox="1"/>
          <p:nvPr/>
        </p:nvSpPr>
        <p:spPr>
          <a:xfrm>
            <a:off x="777240" y="5029200"/>
            <a:ext cx="4553712" cy="457200"/>
          </a:xfrm>
          <a:prstGeom prst="rect">
            <a:avLst/>
          </a:prstGeom>
          <a:noFill/>
          <a:ln/>
        </p:spPr>
        <p:txBody>
          <a:bodyPr wrap="square" lIns="0" tIns="0" rIns="0" bIns="0" rtlCol="0" anchor="ctr"/>
          <a:lstStyle/>
          <a:p>
            <a:pPr rtl="1" algn="r" indent="0" marL="0">
              <a:buNone/>
            </a:pPr>
            <a:r>
              <a:rPr lang="ar-SA" altLang="en-US" sz="1800" b="1" dirty="0">
                <a:solidFill>
                  <a:srgbClr val="FBF3F6"/>
                </a:solidFill>
                <a:latin typeface="Arial" pitchFamily="34" charset="0"/>
                <a:ea typeface="Arial" pitchFamily="34" charset="-122"/>
                <a:cs typeface="Arial" pitchFamily="34" charset="-120"/>
              </a:rPr>
              <a:t>الحوار الواعي</a:t>
            </a:r>
            <a:endParaRPr lang="ar-SA" sz="1800" dirty="0"/>
          </a:p>
        </p:txBody>
      </p:sp>
      <p:sp>
        <p:nvSpPr>
          <p:cNvPr id="17" name="Text 14"/>
          <p:cNvSpPr txBox="1"/>
          <p:nvPr/>
        </p:nvSpPr>
        <p:spPr>
          <a:xfrm>
            <a:off x="777240" y="5486400"/>
            <a:ext cx="4553712" cy="548640"/>
          </a:xfrm>
          <a:prstGeom prst="rect">
            <a:avLst/>
          </a:prstGeom>
          <a:noFill/>
          <a:ln/>
        </p:spPr>
        <p:txBody>
          <a:bodyPr wrap="square" lIns="0" tIns="0" rIns="0" bIns="0" rtlCol="0" anchor="t"/>
          <a:lstStyle/>
          <a:p>
            <a:pPr rtl="1" algn="r" indent="0" marL="0">
              <a:buNone/>
            </a:pPr>
            <a:r>
              <a:rPr lang="ar-SA" altLang="en-US" sz="1400" dirty="0">
                <a:solidFill>
                  <a:srgbClr val="C4B3D2"/>
                </a:solidFill>
                <a:latin typeface="Arial" pitchFamily="34" charset="0"/>
                <a:ea typeface="Arial" pitchFamily="34" charset="-122"/>
                <a:cs typeface="Arial" pitchFamily="34" charset="-120"/>
              </a:rPr>
              <a:t>من لغة الاتهام إلى لغة التعبير عن الاحتياج</a:t>
            </a:r>
            <a:endParaRPr lang="ar-SA" sz="1400" dirty="0"/>
          </a:p>
        </p:txBody>
      </p:sp>
      <p:sp>
        <p:nvSpPr>
          <p:cNvPr id="18" name="Shape 15"/>
          <p:cNvSpPr/>
          <p:nvPr/>
        </p:nvSpPr>
        <p:spPr>
          <a:xfrm>
            <a:off x="502920" y="6309360"/>
            <a:ext cx="5852160" cy="1234440"/>
          </a:xfrm>
          <a:prstGeom prst="roundRect">
            <a:avLst>
              <a:gd name="adj" fmla="val 13333"/>
            </a:avLst>
          </a:prstGeom>
          <a:solidFill>
            <a:srgbClr val="2B1F45"/>
          </a:solidFill>
          <a:ln w="12700">
            <a:solidFill>
              <a:srgbClr val="2B1F45"/>
            </a:solidFill>
            <a:prstDash val="solid"/>
          </a:ln>
        </p:spPr>
      </p:sp>
      <p:sp>
        <p:nvSpPr>
          <p:cNvPr id="19" name="Shape 16"/>
          <p:cNvSpPr/>
          <p:nvPr/>
        </p:nvSpPr>
        <p:spPr>
          <a:xfrm>
            <a:off x="5559552" y="6643116"/>
            <a:ext cx="566928" cy="566928"/>
          </a:xfrm>
          <a:prstGeom prst="ellipse">
            <a:avLst/>
          </a:prstGeom>
          <a:ln w="25400">
            <a:solidFill>
              <a:srgbClr val="F4A95F"/>
            </a:solidFill>
            <a:prstDash val="solid"/>
          </a:ln>
        </p:spPr>
      </p:sp>
      <p:sp>
        <p:nvSpPr>
          <p:cNvPr id="20" name="Text 17"/>
          <p:cNvSpPr txBox="1"/>
          <p:nvPr/>
        </p:nvSpPr>
        <p:spPr>
          <a:xfrm>
            <a:off x="5559552" y="6643116"/>
            <a:ext cx="566928" cy="566928"/>
          </a:xfrm>
          <a:prstGeom prst="rect">
            <a:avLst/>
          </a:prstGeom>
          <a:noFill/>
          <a:ln/>
        </p:spPr>
        <p:txBody>
          <a:bodyPr wrap="square" lIns="0" tIns="0" rIns="0" bIns="0" rtlCol="0" anchor="ctr"/>
          <a:lstStyle/>
          <a:p>
            <a:pPr algn="ctr" indent="0" marL="0">
              <a:buNone/>
            </a:pPr>
            <a:r>
              <a:rPr lang="ar-SA" altLang="en-US" sz="2000" b="1" dirty="0">
                <a:solidFill>
                  <a:srgbClr val="F4A95F"/>
                </a:solidFill>
                <a:latin typeface="Arial" pitchFamily="34" charset="0"/>
                <a:ea typeface="Arial" pitchFamily="34" charset="-122"/>
                <a:cs typeface="Arial" pitchFamily="34" charset="-120"/>
              </a:rPr>
              <a:t>2</a:t>
            </a:r>
            <a:endParaRPr lang="ar-SA" sz="2000" dirty="0"/>
          </a:p>
        </p:txBody>
      </p:sp>
      <p:sp>
        <p:nvSpPr>
          <p:cNvPr id="21" name="Text 18"/>
          <p:cNvSpPr txBox="1"/>
          <p:nvPr/>
        </p:nvSpPr>
        <p:spPr>
          <a:xfrm>
            <a:off x="777240" y="6446520"/>
            <a:ext cx="4553712" cy="457200"/>
          </a:xfrm>
          <a:prstGeom prst="rect">
            <a:avLst/>
          </a:prstGeom>
          <a:noFill/>
          <a:ln/>
        </p:spPr>
        <p:txBody>
          <a:bodyPr wrap="square" lIns="0" tIns="0" rIns="0" bIns="0" rtlCol="0" anchor="ctr"/>
          <a:lstStyle/>
          <a:p>
            <a:pPr rtl="1" algn="r" indent="0" marL="0">
              <a:buNone/>
            </a:pPr>
            <a:r>
              <a:rPr lang="ar-SA" altLang="en-US" sz="1800" b="1" dirty="0">
                <a:solidFill>
                  <a:srgbClr val="FBF3F6"/>
                </a:solidFill>
                <a:latin typeface="Arial" pitchFamily="34" charset="0"/>
                <a:ea typeface="Arial" pitchFamily="34" charset="-122"/>
                <a:cs typeface="Arial" pitchFamily="34" charset="-120"/>
              </a:rPr>
              <a:t>الإهمال العاطفي</a:t>
            </a:r>
            <a:endParaRPr lang="ar-SA" sz="1800" dirty="0"/>
          </a:p>
        </p:txBody>
      </p:sp>
      <p:sp>
        <p:nvSpPr>
          <p:cNvPr id="22" name="Text 19"/>
          <p:cNvSpPr txBox="1"/>
          <p:nvPr/>
        </p:nvSpPr>
        <p:spPr>
          <a:xfrm>
            <a:off x="777240" y="6903720"/>
            <a:ext cx="4553712" cy="548640"/>
          </a:xfrm>
          <a:prstGeom prst="rect">
            <a:avLst/>
          </a:prstGeom>
          <a:noFill/>
          <a:ln/>
        </p:spPr>
        <p:txBody>
          <a:bodyPr wrap="square" lIns="0" tIns="0" rIns="0" bIns="0" rtlCol="0" anchor="t"/>
          <a:lstStyle/>
          <a:p>
            <a:pPr rtl="1" algn="r" indent="0" marL="0">
              <a:buNone/>
            </a:pPr>
            <a:r>
              <a:rPr lang="ar-SA" altLang="en-US" sz="1400" dirty="0">
                <a:solidFill>
                  <a:srgbClr val="C4B3D2"/>
                </a:solidFill>
                <a:latin typeface="Arial" pitchFamily="34" charset="0"/>
                <a:ea typeface="Arial" pitchFamily="34" charset="-122"/>
                <a:cs typeface="Arial" pitchFamily="34" charset="-120"/>
              </a:rPr>
              <a:t>حين يشعر الإنسان بالوحدة رغم وجود شريكه</a:t>
            </a:r>
            <a:endParaRPr lang="ar-SA" sz="1400" dirty="0"/>
          </a:p>
        </p:txBody>
      </p:sp>
      <p:sp>
        <p:nvSpPr>
          <p:cNvPr id="23" name="Shape 20"/>
          <p:cNvSpPr/>
          <p:nvPr/>
        </p:nvSpPr>
        <p:spPr>
          <a:xfrm>
            <a:off x="502920" y="7726680"/>
            <a:ext cx="5852160" cy="1234440"/>
          </a:xfrm>
          <a:prstGeom prst="roundRect">
            <a:avLst>
              <a:gd name="adj" fmla="val 13333"/>
            </a:avLst>
          </a:prstGeom>
          <a:solidFill>
            <a:srgbClr val="2B1F45"/>
          </a:solidFill>
          <a:ln w="12700">
            <a:solidFill>
              <a:srgbClr val="2B1F45"/>
            </a:solidFill>
            <a:prstDash val="solid"/>
          </a:ln>
        </p:spPr>
      </p:sp>
      <p:sp>
        <p:nvSpPr>
          <p:cNvPr id="24" name="Shape 21"/>
          <p:cNvSpPr/>
          <p:nvPr/>
        </p:nvSpPr>
        <p:spPr>
          <a:xfrm>
            <a:off x="5559552" y="8060436"/>
            <a:ext cx="566928" cy="566928"/>
          </a:xfrm>
          <a:prstGeom prst="ellipse">
            <a:avLst/>
          </a:prstGeom>
          <a:ln w="25400">
            <a:solidFill>
              <a:srgbClr val="F4A95F"/>
            </a:solidFill>
            <a:prstDash val="solid"/>
          </a:ln>
        </p:spPr>
      </p:sp>
      <p:sp>
        <p:nvSpPr>
          <p:cNvPr id="25" name="Text 22"/>
          <p:cNvSpPr txBox="1"/>
          <p:nvPr/>
        </p:nvSpPr>
        <p:spPr>
          <a:xfrm>
            <a:off x="5559552" y="8060436"/>
            <a:ext cx="566928" cy="566928"/>
          </a:xfrm>
          <a:prstGeom prst="rect">
            <a:avLst/>
          </a:prstGeom>
          <a:noFill/>
          <a:ln/>
        </p:spPr>
        <p:txBody>
          <a:bodyPr wrap="square" lIns="0" tIns="0" rIns="0" bIns="0" rtlCol="0" anchor="ctr"/>
          <a:lstStyle/>
          <a:p>
            <a:pPr algn="ctr" indent="0" marL="0">
              <a:buNone/>
            </a:pPr>
            <a:r>
              <a:rPr lang="ar-SA" altLang="en-US" sz="2000" b="1" dirty="0">
                <a:solidFill>
                  <a:srgbClr val="F4A95F"/>
                </a:solidFill>
                <a:latin typeface="Arial" pitchFamily="34" charset="0"/>
                <a:ea typeface="Arial" pitchFamily="34" charset="-122"/>
                <a:cs typeface="Arial" pitchFamily="34" charset="-120"/>
              </a:rPr>
              <a:t>3</a:t>
            </a:r>
            <a:endParaRPr lang="ar-SA" sz="2000" dirty="0"/>
          </a:p>
        </p:txBody>
      </p:sp>
      <p:sp>
        <p:nvSpPr>
          <p:cNvPr id="26" name="Text 23"/>
          <p:cNvSpPr txBox="1"/>
          <p:nvPr/>
        </p:nvSpPr>
        <p:spPr>
          <a:xfrm>
            <a:off x="777240" y="7863840"/>
            <a:ext cx="4553712" cy="457200"/>
          </a:xfrm>
          <a:prstGeom prst="rect">
            <a:avLst/>
          </a:prstGeom>
          <a:noFill/>
          <a:ln/>
        </p:spPr>
        <p:txBody>
          <a:bodyPr wrap="square" lIns="0" tIns="0" rIns="0" bIns="0" rtlCol="0" anchor="ctr"/>
          <a:lstStyle/>
          <a:p>
            <a:pPr rtl="1" algn="r" indent="0" marL="0">
              <a:buNone/>
            </a:pPr>
            <a:r>
              <a:rPr lang="ar-SA" altLang="en-US" sz="1800" b="1" dirty="0">
                <a:solidFill>
                  <a:srgbClr val="FBF3F6"/>
                </a:solidFill>
                <a:latin typeface="Arial" pitchFamily="34" charset="0"/>
                <a:ea typeface="Arial" pitchFamily="34" charset="-122"/>
                <a:cs typeface="Arial" pitchFamily="34" charset="-120"/>
              </a:rPr>
              <a:t>ضغوط الحياة اليومية</a:t>
            </a:r>
            <a:endParaRPr lang="ar-SA" sz="1800" dirty="0"/>
          </a:p>
        </p:txBody>
      </p:sp>
      <p:sp>
        <p:nvSpPr>
          <p:cNvPr id="27" name="Text 24"/>
          <p:cNvSpPr txBox="1"/>
          <p:nvPr/>
        </p:nvSpPr>
        <p:spPr>
          <a:xfrm>
            <a:off x="777240" y="8321040"/>
            <a:ext cx="4553712" cy="548640"/>
          </a:xfrm>
          <a:prstGeom prst="rect">
            <a:avLst/>
          </a:prstGeom>
          <a:noFill/>
          <a:ln/>
        </p:spPr>
        <p:txBody>
          <a:bodyPr wrap="square" lIns="0" tIns="0" rIns="0" bIns="0" rtlCol="0" anchor="t"/>
          <a:lstStyle/>
          <a:p>
            <a:pPr rtl="1" algn="r" indent="0" marL="0">
              <a:buNone/>
            </a:pPr>
            <a:r>
              <a:rPr lang="ar-SA" altLang="en-US" sz="1400" dirty="0">
                <a:solidFill>
                  <a:srgbClr val="C4B3D2"/>
                </a:solidFill>
                <a:latin typeface="Arial" pitchFamily="34" charset="0"/>
                <a:ea typeface="Arial" pitchFamily="34" charset="-122"/>
                <a:cs typeface="Arial" pitchFamily="34" charset="-120"/>
              </a:rPr>
              <a:t>تخصيص مساحة حقيقية للعلاقة رغم العمل والمسؤوليات</a:t>
            </a:r>
            <a:endParaRPr lang="ar-SA" sz="1400" dirty="0"/>
          </a:p>
        </p:txBody>
      </p:sp>
      <p:sp>
        <p:nvSpPr>
          <p:cNvPr id="28" name="Shape 25"/>
          <p:cNvSpPr/>
          <p:nvPr/>
        </p:nvSpPr>
        <p:spPr>
          <a:xfrm>
            <a:off x="502920" y="9144000"/>
            <a:ext cx="5852160" cy="1234440"/>
          </a:xfrm>
          <a:prstGeom prst="roundRect">
            <a:avLst>
              <a:gd name="adj" fmla="val 13333"/>
            </a:avLst>
          </a:prstGeom>
          <a:solidFill>
            <a:srgbClr val="2B1F45"/>
          </a:solidFill>
          <a:ln w="12700">
            <a:solidFill>
              <a:srgbClr val="2B1F45"/>
            </a:solidFill>
            <a:prstDash val="solid"/>
          </a:ln>
        </p:spPr>
      </p:sp>
      <p:sp>
        <p:nvSpPr>
          <p:cNvPr id="29" name="Shape 26"/>
          <p:cNvSpPr/>
          <p:nvPr/>
        </p:nvSpPr>
        <p:spPr>
          <a:xfrm>
            <a:off x="5559552" y="9477756"/>
            <a:ext cx="566928" cy="566928"/>
          </a:xfrm>
          <a:prstGeom prst="ellipse">
            <a:avLst/>
          </a:prstGeom>
          <a:ln w="25400">
            <a:solidFill>
              <a:srgbClr val="F4A95F"/>
            </a:solidFill>
            <a:prstDash val="solid"/>
          </a:ln>
        </p:spPr>
      </p:sp>
      <p:sp>
        <p:nvSpPr>
          <p:cNvPr id="30" name="Text 27"/>
          <p:cNvSpPr txBox="1"/>
          <p:nvPr/>
        </p:nvSpPr>
        <p:spPr>
          <a:xfrm>
            <a:off x="5559552" y="9477756"/>
            <a:ext cx="566928" cy="566928"/>
          </a:xfrm>
          <a:prstGeom prst="rect">
            <a:avLst/>
          </a:prstGeom>
          <a:noFill/>
          <a:ln/>
        </p:spPr>
        <p:txBody>
          <a:bodyPr wrap="square" lIns="0" tIns="0" rIns="0" bIns="0" rtlCol="0" anchor="ctr"/>
          <a:lstStyle/>
          <a:p>
            <a:pPr algn="ctr" indent="0" marL="0">
              <a:buNone/>
            </a:pPr>
            <a:r>
              <a:rPr lang="ar-SA" altLang="en-US" sz="2000" b="1" dirty="0">
                <a:solidFill>
                  <a:srgbClr val="F4A95F"/>
                </a:solidFill>
                <a:latin typeface="Arial" pitchFamily="34" charset="0"/>
                <a:ea typeface="Arial" pitchFamily="34" charset="-122"/>
                <a:cs typeface="Arial" pitchFamily="34" charset="-120"/>
              </a:rPr>
              <a:t>4</a:t>
            </a:r>
            <a:endParaRPr lang="ar-SA" sz="2000" dirty="0"/>
          </a:p>
        </p:txBody>
      </p:sp>
      <p:sp>
        <p:nvSpPr>
          <p:cNvPr id="31" name="Text 28"/>
          <p:cNvSpPr txBox="1"/>
          <p:nvPr/>
        </p:nvSpPr>
        <p:spPr>
          <a:xfrm>
            <a:off x="777240" y="9281160"/>
            <a:ext cx="4553712" cy="457200"/>
          </a:xfrm>
          <a:prstGeom prst="rect">
            <a:avLst/>
          </a:prstGeom>
          <a:noFill/>
          <a:ln/>
        </p:spPr>
        <p:txBody>
          <a:bodyPr wrap="square" lIns="0" tIns="0" rIns="0" bIns="0" rtlCol="0" anchor="ctr"/>
          <a:lstStyle/>
          <a:p>
            <a:pPr rtl="1" algn="r" indent="0" marL="0">
              <a:buNone/>
            </a:pPr>
            <a:r>
              <a:rPr lang="ar-SA" altLang="en-US" sz="1800" b="1" dirty="0">
                <a:solidFill>
                  <a:srgbClr val="FBF3F6"/>
                </a:solidFill>
                <a:latin typeface="Arial" pitchFamily="34" charset="0"/>
                <a:ea typeface="Arial" pitchFamily="34" charset="-122"/>
                <a:cs typeface="Arial" pitchFamily="34" charset="-120"/>
              </a:rPr>
              <a:t>البعد الروحي والقيمي</a:t>
            </a:r>
            <a:endParaRPr lang="ar-SA" sz="1800" dirty="0"/>
          </a:p>
        </p:txBody>
      </p:sp>
      <p:sp>
        <p:nvSpPr>
          <p:cNvPr id="32" name="Text 29"/>
          <p:cNvSpPr txBox="1"/>
          <p:nvPr/>
        </p:nvSpPr>
        <p:spPr>
          <a:xfrm>
            <a:off x="777240" y="9738360"/>
            <a:ext cx="4553712" cy="548640"/>
          </a:xfrm>
          <a:prstGeom prst="rect">
            <a:avLst/>
          </a:prstGeom>
          <a:noFill/>
          <a:ln/>
        </p:spPr>
        <p:txBody>
          <a:bodyPr wrap="square" lIns="0" tIns="0" rIns="0" bIns="0" rtlCol="0" anchor="t"/>
          <a:lstStyle/>
          <a:p>
            <a:pPr rtl="1" algn="r" indent="0" marL="0">
              <a:buNone/>
            </a:pPr>
            <a:r>
              <a:rPr lang="ar-SA" altLang="en-US" sz="1400" dirty="0">
                <a:solidFill>
                  <a:srgbClr val="C4B3D2"/>
                </a:solidFill>
                <a:latin typeface="Arial" pitchFamily="34" charset="0"/>
                <a:ea typeface="Arial" pitchFamily="34" charset="-122"/>
                <a:cs typeface="Arial" pitchFamily="34" charset="-120"/>
              </a:rPr>
              <a:t>رؤية مشتركة للحياة والمستقبل</a:t>
            </a:r>
            <a:endParaRPr lang="ar-SA" sz="1400" dirty="0"/>
          </a:p>
        </p:txBody>
      </p:sp>
      <p:sp>
        <p:nvSpPr>
          <p:cNvPr id="33" name="Shape 30"/>
          <p:cNvSpPr/>
          <p:nvPr/>
        </p:nvSpPr>
        <p:spPr>
          <a:xfrm>
            <a:off x="502920" y="10561320"/>
            <a:ext cx="5852160" cy="1234440"/>
          </a:xfrm>
          <a:prstGeom prst="roundRect">
            <a:avLst>
              <a:gd name="adj" fmla="val 13333"/>
            </a:avLst>
          </a:prstGeom>
          <a:solidFill>
            <a:srgbClr val="2B1F45"/>
          </a:solidFill>
          <a:ln w="12700">
            <a:solidFill>
              <a:srgbClr val="2B1F45"/>
            </a:solidFill>
            <a:prstDash val="solid"/>
          </a:ln>
        </p:spPr>
      </p:sp>
      <p:sp>
        <p:nvSpPr>
          <p:cNvPr id="34" name="Shape 31"/>
          <p:cNvSpPr/>
          <p:nvPr/>
        </p:nvSpPr>
        <p:spPr>
          <a:xfrm>
            <a:off x="5559552" y="10895076"/>
            <a:ext cx="566928" cy="566928"/>
          </a:xfrm>
          <a:prstGeom prst="ellipse">
            <a:avLst/>
          </a:prstGeom>
          <a:ln w="25400">
            <a:solidFill>
              <a:srgbClr val="F4A95F"/>
            </a:solidFill>
            <a:prstDash val="solid"/>
          </a:ln>
        </p:spPr>
      </p:sp>
      <p:sp>
        <p:nvSpPr>
          <p:cNvPr id="35" name="Text 32"/>
          <p:cNvSpPr txBox="1"/>
          <p:nvPr/>
        </p:nvSpPr>
        <p:spPr>
          <a:xfrm>
            <a:off x="5559552" y="10895076"/>
            <a:ext cx="566928" cy="566928"/>
          </a:xfrm>
          <a:prstGeom prst="rect">
            <a:avLst/>
          </a:prstGeom>
          <a:noFill/>
          <a:ln/>
        </p:spPr>
        <p:txBody>
          <a:bodyPr wrap="square" lIns="0" tIns="0" rIns="0" bIns="0" rtlCol="0" anchor="ctr"/>
          <a:lstStyle/>
          <a:p>
            <a:pPr algn="ctr" indent="0" marL="0">
              <a:buNone/>
            </a:pPr>
            <a:r>
              <a:rPr lang="ar-SA" altLang="en-US" sz="2000" b="1" dirty="0">
                <a:solidFill>
                  <a:srgbClr val="F4A95F"/>
                </a:solidFill>
                <a:latin typeface="Arial" pitchFamily="34" charset="0"/>
                <a:ea typeface="Arial" pitchFamily="34" charset="-122"/>
                <a:cs typeface="Arial" pitchFamily="34" charset="-120"/>
              </a:rPr>
              <a:t>5</a:t>
            </a:r>
            <a:endParaRPr lang="ar-SA" sz="2000" dirty="0"/>
          </a:p>
        </p:txBody>
      </p:sp>
      <p:sp>
        <p:nvSpPr>
          <p:cNvPr id="36" name="Text 33"/>
          <p:cNvSpPr txBox="1"/>
          <p:nvPr/>
        </p:nvSpPr>
        <p:spPr>
          <a:xfrm>
            <a:off x="777240" y="10698480"/>
            <a:ext cx="4553712" cy="457200"/>
          </a:xfrm>
          <a:prstGeom prst="rect">
            <a:avLst/>
          </a:prstGeom>
          <a:noFill/>
          <a:ln/>
        </p:spPr>
        <p:txBody>
          <a:bodyPr wrap="square" lIns="0" tIns="0" rIns="0" bIns="0" rtlCol="0" anchor="ctr"/>
          <a:lstStyle/>
          <a:p>
            <a:pPr rtl="1" algn="r" indent="0" marL="0">
              <a:buNone/>
            </a:pPr>
            <a:r>
              <a:rPr lang="ar-SA" altLang="en-US" sz="1800" b="1" dirty="0">
                <a:solidFill>
                  <a:srgbClr val="FBF3F6"/>
                </a:solidFill>
                <a:latin typeface="Arial" pitchFamily="34" charset="0"/>
                <a:ea typeface="Arial" pitchFamily="34" charset="-122"/>
                <a:cs typeface="Arial" pitchFamily="34" charset="-120"/>
              </a:rPr>
              <a:t>تمرين عملي</a:t>
            </a:r>
            <a:endParaRPr lang="ar-SA" sz="1800" dirty="0"/>
          </a:p>
        </p:txBody>
      </p:sp>
      <p:sp>
        <p:nvSpPr>
          <p:cNvPr id="37" name="Text 34"/>
          <p:cNvSpPr txBox="1"/>
          <p:nvPr/>
        </p:nvSpPr>
        <p:spPr>
          <a:xfrm>
            <a:off x="777240" y="11155680"/>
            <a:ext cx="4553712" cy="548640"/>
          </a:xfrm>
          <a:prstGeom prst="rect">
            <a:avLst/>
          </a:prstGeom>
          <a:noFill/>
          <a:ln/>
        </p:spPr>
        <p:txBody>
          <a:bodyPr wrap="square" lIns="0" tIns="0" rIns="0" bIns="0" rtlCol="0" anchor="t"/>
          <a:lstStyle/>
          <a:p>
            <a:pPr rtl="1" algn="r" indent="0" marL="0">
              <a:buNone/>
            </a:pPr>
            <a:r>
              <a:rPr lang="ar-SA" altLang="en-US" sz="1400" dirty="0">
                <a:solidFill>
                  <a:srgbClr val="C4B3D2"/>
                </a:solidFill>
                <a:latin typeface="Arial" pitchFamily="34" charset="0"/>
                <a:ea typeface="Arial" pitchFamily="34" charset="-122"/>
                <a:cs typeface="Arial" pitchFamily="34" charset="-120"/>
              </a:rPr>
              <a:t>لإعادة فتح باب الحوار والاستماع المتبادل</a:t>
            </a:r>
            <a:endParaRPr lang="ar-SA"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02920" y="566928"/>
            <a:ext cx="329184" cy="329184"/>
          </a:xfrm>
          <a:prstGeom prst="ellipse">
            <a:avLst/>
          </a:prstGeom>
          <a:ln w="19050">
            <a:solidFill>
              <a:srgbClr val="E77E96"/>
            </a:solidFill>
            <a:prstDash val="solid"/>
          </a:ln>
        </p:spPr>
      </p:sp>
      <p:sp>
        <p:nvSpPr>
          <p:cNvPr id="3" name="Shape 1"/>
          <p:cNvSpPr/>
          <p:nvPr/>
        </p:nvSpPr>
        <p:spPr>
          <a:xfrm>
            <a:off x="733349" y="566928"/>
            <a:ext cx="329184" cy="329184"/>
          </a:xfrm>
          <a:prstGeom prst="ellipse">
            <a:avLst/>
          </a:prstGeom>
          <a:ln w="19050">
            <a:solidFill>
              <a:srgbClr val="F4A95F"/>
            </a:solidFill>
            <a:prstDash val="solid"/>
          </a:ln>
        </p:spPr>
      </p:sp>
      <p:sp>
        <p:nvSpPr>
          <p:cNvPr id="4" name="Text 2"/>
          <p:cNvSpPr txBox="1"/>
          <p:nvPr/>
        </p:nvSpPr>
        <p:spPr>
          <a:xfrm>
            <a:off x="1161288" y="566928"/>
            <a:ext cx="1280160" cy="329184"/>
          </a:xfrm>
          <a:prstGeom prst="rect">
            <a:avLst/>
          </a:prstGeom>
          <a:noFill/>
          <a:ln/>
        </p:spPr>
        <p:txBody>
          <a:bodyPr wrap="square" lIns="0" tIns="0" rIns="0" bIns="0" rtlCol="0" anchor="ctr"/>
          <a:lstStyle/>
          <a:p>
            <a:pPr algn="l" indent="0" marL="0">
              <a:buNone/>
            </a:pPr>
            <a:r>
              <a:rPr lang="en-US" altLang="en-US" sz="1100" dirty="0">
                <a:solidFill>
                  <a:srgbClr val="C4B3D2"/>
                </a:solidFill>
                <a:latin typeface="Arial" pitchFamily="34" charset="0"/>
                <a:ea typeface="Arial" pitchFamily="34" charset="-122"/>
                <a:cs typeface="Arial" pitchFamily="34" charset="-120"/>
              </a:rPr>
              <a:t>21 / 21</a:t>
            </a:r>
            <a:endParaRPr lang="en-US" sz="1100" dirty="0"/>
          </a:p>
        </p:txBody>
      </p:sp>
      <p:sp>
        <p:nvSpPr>
          <p:cNvPr id="5" name="Text 3"/>
          <p:cNvSpPr txBox="1"/>
          <p:nvPr/>
        </p:nvSpPr>
        <p:spPr>
          <a:xfrm>
            <a:off x="502920" y="566928"/>
            <a:ext cx="5852160" cy="365760"/>
          </a:xfrm>
          <a:prstGeom prst="rect">
            <a:avLst/>
          </a:prstGeom>
          <a:noFill/>
          <a:ln/>
        </p:spPr>
        <p:txBody>
          <a:bodyPr wrap="square" lIns="0" tIns="0" rIns="0" bIns="0" rtlCol="0" anchor="ctr"/>
          <a:lstStyle/>
          <a:p>
            <a:pPr rtl="1" algn="r" indent="0" marL="0">
              <a:buNone/>
            </a:pPr>
            <a:r>
              <a:rPr lang="ar-SA" altLang="en-US" sz="1400" b="1" dirty="0">
                <a:solidFill>
                  <a:srgbClr val="F4A95F"/>
                </a:solidFill>
                <a:latin typeface="Arial" pitchFamily="34" charset="0"/>
                <a:ea typeface="Arial" pitchFamily="34" charset="-122"/>
                <a:cs typeface="Arial" pitchFamily="34" charset="-120"/>
              </a:rPr>
              <a:t>خاتمة الأستاذ حسن</a:t>
            </a:r>
            <a:endParaRPr lang="ar-SA" sz="1400" dirty="0"/>
          </a:p>
        </p:txBody>
      </p:sp>
      <p:sp>
        <p:nvSpPr>
          <p:cNvPr id="6" name="Text 4"/>
          <p:cNvSpPr txBox="1"/>
          <p:nvPr/>
        </p:nvSpPr>
        <p:spPr>
          <a:xfrm>
            <a:off x="502920" y="1463040"/>
            <a:ext cx="5852160" cy="1463040"/>
          </a:xfrm>
          <a:prstGeom prst="rect">
            <a:avLst/>
          </a:prstGeom>
          <a:noFill/>
          <a:ln/>
        </p:spPr>
        <p:txBody>
          <a:bodyPr wrap="square" lIns="0" tIns="0" rIns="0" bIns="0" rtlCol="0" anchor="ctr"/>
          <a:lstStyle/>
          <a:p>
            <a:pPr rtl="1" algn="ctr" indent="0" marL="0">
              <a:lnSpc>
                <a:spcPct val="110000"/>
              </a:lnSpc>
              <a:buNone/>
            </a:pPr>
            <a:r>
              <a:rPr lang="ar-SA" altLang="en-US" sz="2600" b="1" dirty="0">
                <a:solidFill>
                  <a:srgbClr val="FBF3F6"/>
                </a:solidFill>
                <a:latin typeface="Arial" pitchFamily="34" charset="0"/>
                <a:ea typeface="Arial" pitchFamily="34" charset="-122"/>
                <a:cs typeface="Arial" pitchFamily="34" charset="-120"/>
              </a:rPr>
              <a:t>الزواج ليس مجرد قرب جسدي...</a:t>
            </a:r>
            <a:endParaRPr lang="ar-SA" sz="2600" dirty="0"/>
          </a:p>
          <a:p>
            <a:pPr rtl="1" algn="ctr" indent="0" marL="0">
              <a:lnSpc>
                <a:spcPct val="110000"/>
              </a:lnSpc>
              <a:buNone/>
            </a:pPr>
            <a:r>
              <a:rPr lang="ar-SA" altLang="en-US" sz="2600" b="1" dirty="0">
                <a:solidFill>
                  <a:srgbClr val="FBF3F6"/>
                </a:solidFill>
                <a:latin typeface="Arial" pitchFamily="34" charset="0"/>
                <a:ea typeface="Arial" pitchFamily="34" charset="-122"/>
                <a:cs typeface="Arial" pitchFamily="34" charset="-120"/>
              </a:rPr>
              <a:t>بل علاقة تحتاج إلى:</a:t>
            </a:r>
            <a:endParaRPr lang="ar-SA" sz="2600" dirty="0"/>
          </a:p>
        </p:txBody>
      </p:sp>
      <p:sp>
        <p:nvSpPr>
          <p:cNvPr id="7" name="Shape 5"/>
          <p:cNvSpPr/>
          <p:nvPr/>
        </p:nvSpPr>
        <p:spPr>
          <a:xfrm>
            <a:off x="4549140" y="3200400"/>
            <a:ext cx="1691640" cy="731520"/>
          </a:xfrm>
          <a:prstGeom prst="roundRect">
            <a:avLst>
              <a:gd name="adj" fmla="val 50000"/>
            </a:avLst>
          </a:prstGeom>
          <a:solidFill>
            <a:srgbClr val="F4A95F"/>
          </a:solidFill>
          <a:ln w="12700">
            <a:solidFill>
              <a:srgbClr val="F4A95F"/>
            </a:solidFill>
            <a:prstDash val="solid"/>
          </a:ln>
        </p:spPr>
      </p:sp>
      <p:sp>
        <p:nvSpPr>
          <p:cNvPr id="8" name="Text 6"/>
          <p:cNvSpPr txBox="1"/>
          <p:nvPr/>
        </p:nvSpPr>
        <p:spPr>
          <a:xfrm>
            <a:off x="4549140" y="3200400"/>
            <a:ext cx="1691640" cy="731520"/>
          </a:xfrm>
          <a:prstGeom prst="rect">
            <a:avLst/>
          </a:prstGeom>
          <a:noFill/>
          <a:ln/>
        </p:spPr>
        <p:txBody>
          <a:bodyPr wrap="square" lIns="0" tIns="0" rIns="0" bIns="0" rtlCol="0" anchor="ctr"/>
          <a:lstStyle/>
          <a:p>
            <a:pPr rtl="1" algn="ctr" indent="0" marL="0">
              <a:buNone/>
            </a:pPr>
            <a:r>
              <a:rPr lang="ar-SA" altLang="en-US" sz="2100" b="1" dirty="0">
                <a:solidFill>
                  <a:srgbClr val="1C1230"/>
                </a:solidFill>
                <a:latin typeface="Arial" pitchFamily="34" charset="0"/>
                <a:ea typeface="Arial" pitchFamily="34" charset="-122"/>
                <a:cs typeface="Arial" pitchFamily="34" charset="-120"/>
              </a:rPr>
              <a:t>حضور</a:t>
            </a:r>
            <a:endParaRPr lang="ar-SA" sz="2100" dirty="0"/>
          </a:p>
        </p:txBody>
      </p:sp>
      <p:sp>
        <p:nvSpPr>
          <p:cNvPr id="9" name="Shape 7"/>
          <p:cNvSpPr/>
          <p:nvPr/>
        </p:nvSpPr>
        <p:spPr>
          <a:xfrm>
            <a:off x="2583180" y="3200400"/>
            <a:ext cx="1691640" cy="731520"/>
          </a:xfrm>
          <a:prstGeom prst="roundRect">
            <a:avLst>
              <a:gd name="adj" fmla="val 50000"/>
            </a:avLst>
          </a:prstGeom>
          <a:solidFill>
            <a:srgbClr val="E77E96"/>
          </a:solidFill>
          <a:ln w="12700">
            <a:solidFill>
              <a:srgbClr val="E77E96"/>
            </a:solidFill>
            <a:prstDash val="solid"/>
          </a:ln>
        </p:spPr>
      </p:sp>
      <p:sp>
        <p:nvSpPr>
          <p:cNvPr id="10" name="Text 8"/>
          <p:cNvSpPr txBox="1"/>
          <p:nvPr/>
        </p:nvSpPr>
        <p:spPr>
          <a:xfrm>
            <a:off x="2583180" y="3200400"/>
            <a:ext cx="1691640" cy="731520"/>
          </a:xfrm>
          <a:prstGeom prst="rect">
            <a:avLst/>
          </a:prstGeom>
          <a:noFill/>
          <a:ln/>
        </p:spPr>
        <p:txBody>
          <a:bodyPr wrap="square" lIns="0" tIns="0" rIns="0" bIns="0" rtlCol="0" anchor="ctr"/>
          <a:lstStyle/>
          <a:p>
            <a:pPr rtl="1" algn="ctr" indent="0" marL="0">
              <a:buNone/>
            </a:pPr>
            <a:r>
              <a:rPr lang="ar-SA" altLang="en-US" sz="2100" b="1" dirty="0">
                <a:solidFill>
                  <a:srgbClr val="1C1230"/>
                </a:solidFill>
                <a:latin typeface="Arial" pitchFamily="34" charset="0"/>
                <a:ea typeface="Arial" pitchFamily="34" charset="-122"/>
                <a:cs typeface="Arial" pitchFamily="34" charset="-120"/>
              </a:rPr>
              <a:t>حوار</a:t>
            </a:r>
            <a:endParaRPr lang="ar-SA" sz="2100" dirty="0"/>
          </a:p>
        </p:txBody>
      </p:sp>
      <p:sp>
        <p:nvSpPr>
          <p:cNvPr id="11" name="Shape 9"/>
          <p:cNvSpPr/>
          <p:nvPr/>
        </p:nvSpPr>
        <p:spPr>
          <a:xfrm>
            <a:off x="617220" y="3200400"/>
            <a:ext cx="1691640" cy="731520"/>
          </a:xfrm>
          <a:prstGeom prst="roundRect">
            <a:avLst>
              <a:gd name="adj" fmla="val 50000"/>
            </a:avLst>
          </a:prstGeom>
          <a:solidFill>
            <a:srgbClr val="F4A95F"/>
          </a:solidFill>
          <a:ln w="12700">
            <a:solidFill>
              <a:srgbClr val="F4A95F"/>
            </a:solidFill>
            <a:prstDash val="solid"/>
          </a:ln>
        </p:spPr>
      </p:sp>
      <p:sp>
        <p:nvSpPr>
          <p:cNvPr id="12" name="Text 10"/>
          <p:cNvSpPr txBox="1"/>
          <p:nvPr/>
        </p:nvSpPr>
        <p:spPr>
          <a:xfrm>
            <a:off x="617220" y="3200400"/>
            <a:ext cx="1691640" cy="731520"/>
          </a:xfrm>
          <a:prstGeom prst="rect">
            <a:avLst/>
          </a:prstGeom>
          <a:noFill/>
          <a:ln/>
        </p:spPr>
        <p:txBody>
          <a:bodyPr wrap="square" lIns="0" tIns="0" rIns="0" bIns="0" rtlCol="0" anchor="ctr"/>
          <a:lstStyle/>
          <a:p>
            <a:pPr rtl="1" algn="ctr" indent="0" marL="0">
              <a:buNone/>
            </a:pPr>
            <a:r>
              <a:rPr lang="ar-SA" altLang="en-US" sz="2100" b="1" dirty="0">
                <a:solidFill>
                  <a:srgbClr val="1C1230"/>
                </a:solidFill>
                <a:latin typeface="Arial" pitchFamily="34" charset="0"/>
                <a:ea typeface="Arial" pitchFamily="34" charset="-122"/>
                <a:cs typeface="Arial" pitchFamily="34" charset="-120"/>
              </a:rPr>
              <a:t>احتواء</a:t>
            </a:r>
            <a:endParaRPr lang="ar-SA" sz="2100" dirty="0"/>
          </a:p>
        </p:txBody>
      </p:sp>
      <p:sp>
        <p:nvSpPr>
          <p:cNvPr id="13" name="Text 11"/>
          <p:cNvSpPr txBox="1"/>
          <p:nvPr/>
        </p:nvSpPr>
        <p:spPr>
          <a:xfrm>
            <a:off x="502920" y="4160520"/>
            <a:ext cx="5852160" cy="731520"/>
          </a:xfrm>
          <a:prstGeom prst="rect">
            <a:avLst/>
          </a:prstGeom>
          <a:noFill/>
          <a:ln/>
        </p:spPr>
        <p:txBody>
          <a:bodyPr wrap="square" lIns="0" tIns="0" rIns="0" bIns="0" rtlCol="0" anchor="t"/>
          <a:lstStyle/>
          <a:p>
            <a:pPr rtl="1" algn="ctr" indent="0" marL="0">
              <a:buNone/>
            </a:pPr>
            <a:r>
              <a:rPr lang="ar-SA" altLang="en-US" sz="1800" dirty="0">
                <a:solidFill>
                  <a:srgbClr val="C4B3D2"/>
                </a:solidFill>
                <a:latin typeface="Arial" pitchFamily="34" charset="0"/>
                <a:ea typeface="Arial" pitchFamily="34" charset="-122"/>
                <a:cs typeface="Arial" pitchFamily="34" charset="-120"/>
              </a:rPr>
              <a:t>وأن يشعر كل طرف أن الآخر يراه ويسمعه ويقدّره.</a:t>
            </a:r>
            <a:endParaRPr lang="ar-SA" sz="1800" dirty="0"/>
          </a:p>
        </p:txBody>
      </p:sp>
      <p:sp>
        <p:nvSpPr>
          <p:cNvPr id="14" name="Text 12"/>
          <p:cNvSpPr txBox="1"/>
          <p:nvPr/>
        </p:nvSpPr>
        <p:spPr>
          <a:xfrm>
            <a:off x="502920" y="5486400"/>
            <a:ext cx="5852160" cy="548640"/>
          </a:xfrm>
          <a:prstGeom prst="rect">
            <a:avLst/>
          </a:prstGeom>
          <a:noFill/>
          <a:ln/>
        </p:spPr>
        <p:txBody>
          <a:bodyPr wrap="square" lIns="0" tIns="0" rIns="0" bIns="0" rtlCol="0" anchor="t"/>
          <a:lstStyle/>
          <a:p>
            <a:pPr rtl="1" algn="ctr" indent="0" marL="0">
              <a:buNone/>
            </a:pPr>
            <a:r>
              <a:rPr lang="ar-SA" altLang="en-US" sz="1900" dirty="0">
                <a:solidFill>
                  <a:srgbClr val="FBF3F6"/>
                </a:solidFill>
                <a:latin typeface="Arial" pitchFamily="34" charset="0"/>
                <a:ea typeface="Arial" pitchFamily="34" charset="-122"/>
                <a:cs typeface="Arial" pitchFamily="34" charset="-120"/>
              </a:rPr>
              <a:t>رحلة العودة قد تبدأ بكلمة واحدة:</a:t>
            </a:r>
            <a:endParaRPr lang="ar-SA" sz="1900" dirty="0"/>
          </a:p>
        </p:txBody>
      </p:sp>
      <p:sp>
        <p:nvSpPr>
          <p:cNvPr id="15" name="Text 13"/>
          <p:cNvSpPr txBox="1"/>
          <p:nvPr/>
        </p:nvSpPr>
        <p:spPr>
          <a:xfrm>
            <a:off x="502920" y="6126480"/>
            <a:ext cx="5852160" cy="1371600"/>
          </a:xfrm>
          <a:prstGeom prst="rect">
            <a:avLst/>
          </a:prstGeom>
          <a:noFill/>
          <a:ln/>
        </p:spPr>
        <p:txBody>
          <a:bodyPr wrap="square" lIns="0" tIns="0" rIns="0" bIns="0" rtlCol="0" anchor="ctr"/>
          <a:lstStyle/>
          <a:p>
            <a:pPr rtl="1" algn="ctr" indent="0" marL="0">
              <a:buNone/>
            </a:pPr>
            <a:r>
              <a:rPr lang="ar-SA" altLang="en-US" sz="4400" b="1" dirty="0">
                <a:solidFill>
                  <a:srgbClr val="F4A95F"/>
                </a:solidFill>
                <a:latin typeface="Arial" pitchFamily="34" charset="0"/>
                <a:ea typeface="Arial" pitchFamily="34" charset="-122"/>
                <a:cs typeface="Arial" pitchFamily="34" charset="-120"/>
              </a:rPr>
              <a:t>«أنا أريد أن أفهمك.»</a:t>
            </a:r>
            <a:endParaRPr lang="ar-SA" sz="4400" dirty="0"/>
          </a:p>
        </p:txBody>
      </p:sp>
      <p:sp>
        <p:nvSpPr>
          <p:cNvPr id="16" name="Shape 14"/>
          <p:cNvSpPr/>
          <p:nvPr/>
        </p:nvSpPr>
        <p:spPr>
          <a:xfrm>
            <a:off x="2862072" y="8138160"/>
            <a:ext cx="640080" cy="640080"/>
          </a:xfrm>
          <a:prstGeom prst="ellipse">
            <a:avLst/>
          </a:prstGeom>
          <a:ln w="25400">
            <a:solidFill>
              <a:srgbClr val="E77E96"/>
            </a:solidFill>
            <a:prstDash val="solid"/>
          </a:ln>
        </p:spPr>
      </p:sp>
      <p:sp>
        <p:nvSpPr>
          <p:cNvPr id="17" name="Shape 15"/>
          <p:cNvSpPr/>
          <p:nvPr/>
        </p:nvSpPr>
        <p:spPr>
          <a:xfrm>
            <a:off x="3342132" y="8138160"/>
            <a:ext cx="640080" cy="640080"/>
          </a:xfrm>
          <a:prstGeom prst="ellipse">
            <a:avLst/>
          </a:prstGeom>
          <a:ln w="25400">
            <a:solidFill>
              <a:srgbClr val="F4A95F"/>
            </a:solidFill>
            <a:prstDash val="solid"/>
          </a:ln>
        </p:spPr>
      </p:sp>
      <p:sp>
        <p:nvSpPr>
          <p:cNvPr id="18" name="Text 16"/>
          <p:cNvSpPr txBox="1"/>
          <p:nvPr/>
        </p:nvSpPr>
        <p:spPr>
          <a:xfrm>
            <a:off x="502920" y="9144000"/>
            <a:ext cx="5852160" cy="1005840"/>
          </a:xfrm>
          <a:prstGeom prst="rect">
            <a:avLst/>
          </a:prstGeom>
          <a:noFill/>
          <a:ln/>
        </p:spPr>
        <p:txBody>
          <a:bodyPr wrap="square" lIns="0" tIns="0" rIns="0" bIns="0" rtlCol="0" anchor="ctr"/>
          <a:lstStyle/>
          <a:p>
            <a:pPr rtl="1" algn="ctr" indent="0" marL="0">
              <a:lnSpc>
                <a:spcPct val="110000"/>
              </a:lnSpc>
              <a:buNone/>
            </a:pPr>
            <a:r>
              <a:rPr lang="ar-SA" altLang="en-US" sz="2000" b="1" dirty="0">
                <a:solidFill>
                  <a:srgbClr val="FBF3F6"/>
                </a:solidFill>
                <a:latin typeface="Arial" pitchFamily="34" charset="0"/>
                <a:ea typeface="Arial" pitchFamily="34" charset="-122"/>
                <a:cs typeface="Arial" pitchFamily="34" charset="-120"/>
              </a:rPr>
              <a:t>معًا لمحاربة التفاهة... نلتقي لنرتقي... والفائدة للجميع</a:t>
            </a:r>
            <a:endParaRPr lang="ar-SA" sz="2000" dirty="0"/>
          </a:p>
        </p:txBody>
      </p:sp>
      <p:sp>
        <p:nvSpPr>
          <p:cNvPr id="19" name="Text 17"/>
          <p:cNvSpPr txBox="1"/>
          <p:nvPr/>
        </p:nvSpPr>
        <p:spPr>
          <a:xfrm>
            <a:off x="502920" y="10515600"/>
            <a:ext cx="5852160" cy="457200"/>
          </a:xfrm>
          <a:prstGeom prst="rect">
            <a:avLst/>
          </a:prstGeom>
          <a:noFill/>
          <a:ln/>
        </p:spPr>
        <p:txBody>
          <a:bodyPr wrap="square" lIns="0" tIns="0" rIns="0" bIns="0" rtlCol="0" anchor="t"/>
          <a:lstStyle/>
          <a:p>
            <a:pPr rtl="1" algn="ctr" indent="0" marL="0">
              <a:buNone/>
            </a:pPr>
            <a:r>
              <a:rPr lang="ar-SA" altLang="en-US" sz="1700" b="1" dirty="0">
                <a:solidFill>
                  <a:srgbClr val="E77E96"/>
                </a:solidFill>
                <a:latin typeface="Arial" pitchFamily="34" charset="0"/>
                <a:ea typeface="Arial" pitchFamily="34" charset="-122"/>
                <a:cs typeface="Arial" pitchFamily="34" charset="-120"/>
              </a:rPr>
              <a:t>أكاديمية إشراقة وعي الدولية للكوتشينغ</a:t>
            </a:r>
            <a:endParaRPr lang="ar-SA" sz="1700" dirty="0"/>
          </a:p>
        </p:txBody>
      </p:sp>
      <p:sp>
        <p:nvSpPr>
          <p:cNvPr id="20" name="Text 18"/>
          <p:cNvSpPr txBox="1"/>
          <p:nvPr/>
        </p:nvSpPr>
        <p:spPr>
          <a:xfrm>
            <a:off x="502920" y="11018520"/>
            <a:ext cx="5852160" cy="731520"/>
          </a:xfrm>
          <a:prstGeom prst="rect">
            <a:avLst/>
          </a:prstGeom>
          <a:noFill/>
          <a:ln/>
        </p:spPr>
        <p:txBody>
          <a:bodyPr wrap="square" lIns="0" tIns="0" rIns="0" bIns="0" rtlCol="0" anchor="t"/>
          <a:lstStyle/>
          <a:p>
            <a:pPr rtl="1" algn="ctr" indent="0" marL="0">
              <a:buNone/>
            </a:pPr>
            <a:r>
              <a:rPr lang="ar-SA" altLang="en-US" sz="1500" dirty="0">
                <a:solidFill>
                  <a:srgbClr val="C4B3D2"/>
                </a:solidFill>
                <a:latin typeface="Arial" pitchFamily="34" charset="0"/>
                <a:ea typeface="Arial" pitchFamily="34" charset="-122"/>
                <a:cs typeface="Arial" pitchFamily="34" charset="-120"/>
              </a:rPr>
              <a:t>نلتقي في حلقة جديدة، وموضوع جديد، ورحلة جديدة نحو الوعي.</a:t>
            </a:r>
            <a:endParaRPr lang="ar-SA"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متزوجون قريبون جسديًا... بعيدون عاطفيًا وروحيًا</dc:title>
  <dc:subject>PptxGenJS Presentation</dc:subject>
  <dc:creator>أكاديمية إشراقة وعي الدولية للكوتشينغ</dc:creator>
  <cp:lastModifiedBy>أكاديمية إشراقة وعي الدولية للكوتشينغ</cp:lastModifiedBy>
  <cp:revision>1</cp:revision>
  <dcterms:created xsi:type="dcterms:W3CDTF">2026-09-30T17:10:34Z</dcterms:created>
  <dcterms:modified xsi:type="dcterms:W3CDTF">2026-09-30T17:10:34Z</dcterms:modified>
</cp:coreProperties>
</file>